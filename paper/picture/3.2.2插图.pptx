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9715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69C"/>
    <a:srgbClr val="FFF3F1"/>
    <a:srgbClr val="99BFE5"/>
    <a:srgbClr val="C9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根据用户2026-10-20上传的三栏参考图重绘为原生可编辑PPT。保留报文/burst、7维特征图标、FIG、输入X矩阵、TAGCN邻域/公式及H均值池化输出。科学内容依据 D:/unknown traffic/unknown_traffic_project/src/preprocessing/fig_graph.py 与 src/stage1/tagcn.py 及 paper/md/ch3/1.md。所有图边无向：burst内(1,2),(2,3),(4,5),(6,7)，跨burst(1,4),(3,5),(4,6),(5,7)；不沿用参考位图中错误的p1-p6边。中心p2的一跳p1,p3，新增二跳p4,p5，三跳p6,p7。矩阵色块/图标仅示意，不是实验测得热图。Â=D^-1/2(A+I)D^-1/2；N=真实节点数。训练可用dropout，推理关闭；池化仅平均真实节点。当前例子端点A/B取客户端/服务器只是示例，实际按首包发起方向定义正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0ECBD1-0A85-426B-AC54-62D95B0CE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3670300"/>
            <a:ext cx="13716000" cy="14033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56C2221-9C38-4612-BD43-BCD034BCF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750" y="5343525"/>
            <a:ext cx="12001500" cy="1079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4753E1-2E03-45B7-886E-4237EB6C8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4048125"/>
            <a:ext cx="13716000" cy="1619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8B1C341-CC6D-4066-BB65-4AAE4D0E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6692C09-B0A7-4260-A971-041101213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15216188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85FE60C-DC66-4B1A-B9BB-A059AC55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B43A49-BAB8-4C6F-8066-44FF2530E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7032AF0-1512-4188-ACD7-72200DF17F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108281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23F92B9-2900-4C58-AFF6-BEDBFB1F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755650"/>
            <a:ext cx="15216188" cy="11874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4F0FB5D-E69F-4962-9839-8B3AB7CDB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2698750"/>
            <a:ext cx="7072313" cy="6045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full-1">
            <a:extLst>
              <a:ext uri="{FF2B5EF4-FFF2-40B4-BE49-F238E27FC236}">
                <a16:creationId xmlns:a16="http://schemas.microsoft.com/office/drawing/2014/main" id="{8F550E3A-94D6-4DFB-B90E-1461ED3EC006}"/>
              </a:ext>
            </a:extLst>
          </p:cNvPr>
          <p:cNvSpPr>
            <a:spLocks noGrp="1"/>
          </p:cNvSpPr>
          <p:nvPr/>
        </p:nvSpPr>
        <p:spPr>
          <a:xfrm>
            <a:off x="133350" y="133350"/>
            <a:ext cx="5905500" cy="941070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1430">
            <a:solidFill>
              <a:srgbClr val="2474BD"/>
            </a:solidFill>
            <a:prstDash val="solid"/>
          </a:ln>
        </p:spPr>
      </p:sp>
      <p:sp>
        <p:nvSpPr>
          <p:cNvPr id="2" name="wash-header-1">
            <a:extLst>
              <a:ext uri="{FF2B5EF4-FFF2-40B4-BE49-F238E27FC236}">
                <a16:creationId xmlns:a16="http://schemas.microsoft.com/office/drawing/2014/main" id="{2C09E23D-3996-4FB5-951B-D5645D0D1212}"/>
              </a:ext>
            </a:extLst>
          </p:cNvPr>
          <p:cNvSpPr>
            <a:spLocks noGrp="1"/>
          </p:cNvSpPr>
          <p:nvPr/>
        </p:nvSpPr>
        <p:spPr>
          <a:xfrm>
            <a:off x="142875" y="142875"/>
            <a:ext cx="58864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EEF6FD"/>
              </a:gs>
              <a:gs pos="100000">
                <a:srgbClr val="EAF4F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3" name="badge-1">
            <a:extLst>
              <a:ext uri="{FF2B5EF4-FFF2-40B4-BE49-F238E27FC236}">
                <a16:creationId xmlns:a16="http://schemas.microsoft.com/office/drawing/2014/main" id="{96293162-CFC5-493A-B580-739383B69881}"/>
              </a:ext>
            </a:extLst>
          </p:cNvPr>
          <p:cNvSpPr>
            <a:spLocks noGrp="1"/>
          </p:cNvSpPr>
          <p:nvPr/>
        </p:nvSpPr>
        <p:spPr>
          <a:xfrm>
            <a:off x="3048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5090CA"/>
              </a:gs>
              <a:gs pos="100000">
                <a:srgbClr val="2474B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4" name="full-2">
            <a:extLst>
              <a:ext uri="{FF2B5EF4-FFF2-40B4-BE49-F238E27FC236}">
                <a16:creationId xmlns:a16="http://schemas.microsoft.com/office/drawing/2014/main" id="{E90EB11D-C67C-4F48-B368-B8280E452B37}"/>
              </a:ext>
            </a:extLst>
          </p:cNvPr>
          <p:cNvSpPr>
            <a:spLocks noGrp="1"/>
          </p:cNvSpPr>
          <p:nvPr/>
        </p:nvSpPr>
        <p:spPr>
          <a:xfrm>
            <a:off x="3048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33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ull-3">
            <a:extLst>
              <a:ext uri="{FF2B5EF4-FFF2-40B4-BE49-F238E27FC236}">
                <a16:creationId xmlns:a16="http://schemas.microsoft.com/office/drawing/2014/main" id="{36820105-5871-4F2C-A533-B991ABA7B5A8}"/>
              </a:ext>
            </a:extLst>
          </p:cNvPr>
          <p:cNvSpPr>
            <a:spLocks noGrp="1"/>
          </p:cNvSpPr>
          <p:nvPr/>
        </p:nvSpPr>
        <p:spPr>
          <a:xfrm>
            <a:off x="981075" y="352425"/>
            <a:ext cx="49625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双向流的报文序列与burst划分</a:t>
            </a:r>
            <a:endParaRPr sz="2325" b="1" dirty="0">
              <a:solidFill>
                <a:srgbClr val="182C49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6" name="full-4">
            <a:extLst>
              <a:ext uri="{FF2B5EF4-FFF2-40B4-BE49-F238E27FC236}">
                <a16:creationId xmlns:a16="http://schemas.microsoft.com/office/drawing/2014/main" id="{548DE227-FF5C-412B-BA5E-9A5FE97D819F}"/>
              </a:ext>
            </a:extLst>
          </p:cNvPr>
          <p:cNvSpPr>
            <a:spLocks noGrp="1"/>
          </p:cNvSpPr>
          <p:nvPr/>
        </p:nvSpPr>
        <p:spPr>
          <a:xfrm>
            <a:off x="142875" y="952500"/>
            <a:ext cx="5886450" cy="0"/>
          </a:xfrm>
          <a:prstGeom prst="line">
            <a:avLst/>
          </a:prstGeom>
          <a:noFill/>
          <a:ln w="7620">
            <a:solidFill>
              <a:srgbClr val="EAF4FD"/>
            </a:solidFill>
            <a:prstDash val="solid"/>
          </a:ln>
        </p:spPr>
      </p:sp>
      <p:sp>
        <p:nvSpPr>
          <p:cNvPr id="7" name="full-5">
            <a:extLst>
              <a:ext uri="{FF2B5EF4-FFF2-40B4-BE49-F238E27FC236}">
                <a16:creationId xmlns:a16="http://schemas.microsoft.com/office/drawing/2014/main" id="{5410EAB2-D12C-45B3-A53A-17EF0D5AFE35}"/>
              </a:ext>
            </a:extLst>
          </p:cNvPr>
          <p:cNvSpPr>
            <a:spLocks noGrp="1"/>
          </p:cNvSpPr>
          <p:nvPr/>
        </p:nvSpPr>
        <p:spPr>
          <a:xfrm>
            <a:off x="6153150" y="133350"/>
            <a:ext cx="4953000" cy="94107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1430">
            <a:solidFill>
              <a:srgbClr val="438D6D"/>
            </a:solidFill>
            <a:prstDash val="solid"/>
          </a:ln>
        </p:spPr>
      </p:sp>
      <p:sp>
        <p:nvSpPr>
          <p:cNvPr id="8" name="wash-header-2">
            <a:extLst>
              <a:ext uri="{FF2B5EF4-FFF2-40B4-BE49-F238E27FC236}">
                <a16:creationId xmlns:a16="http://schemas.microsoft.com/office/drawing/2014/main" id="{E140126D-5E72-4499-90A3-BD8C2B9A759A}"/>
              </a:ext>
            </a:extLst>
          </p:cNvPr>
          <p:cNvSpPr>
            <a:spLocks noGrp="1"/>
          </p:cNvSpPr>
          <p:nvPr/>
        </p:nvSpPr>
        <p:spPr>
          <a:xfrm>
            <a:off x="6162675" y="142875"/>
            <a:ext cx="49339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F1F9F4"/>
              </a:gs>
              <a:gs pos="100000">
                <a:srgbClr val="EDF7F1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9" name="badge-2">
            <a:extLst>
              <a:ext uri="{FF2B5EF4-FFF2-40B4-BE49-F238E27FC236}">
                <a16:creationId xmlns:a16="http://schemas.microsoft.com/office/drawing/2014/main" id="{F0D82DAD-9E89-4DF6-8C43-E25AAA45A232}"/>
              </a:ext>
            </a:extLst>
          </p:cNvPr>
          <p:cNvSpPr>
            <a:spLocks noGrp="1"/>
          </p:cNvSpPr>
          <p:nvPr/>
        </p:nvSpPr>
        <p:spPr>
          <a:xfrm>
            <a:off x="63246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69A48A"/>
              </a:gs>
              <a:gs pos="100000">
                <a:srgbClr val="438D6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0" name="full-6">
            <a:extLst>
              <a:ext uri="{FF2B5EF4-FFF2-40B4-BE49-F238E27FC236}">
                <a16:creationId xmlns:a16="http://schemas.microsoft.com/office/drawing/2014/main" id="{789C4BBD-7F45-4EDE-A849-2BEA0313FD85}"/>
              </a:ext>
            </a:extLst>
          </p:cNvPr>
          <p:cNvSpPr>
            <a:spLocks noGrp="1"/>
          </p:cNvSpPr>
          <p:nvPr/>
        </p:nvSpPr>
        <p:spPr>
          <a:xfrm>
            <a:off x="63246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33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full-7">
            <a:extLst>
              <a:ext uri="{FF2B5EF4-FFF2-40B4-BE49-F238E27FC236}">
                <a16:creationId xmlns:a16="http://schemas.microsoft.com/office/drawing/2014/main" id="{5739B501-35B9-4A02-8804-E83EC1C646FF}"/>
              </a:ext>
            </a:extLst>
          </p:cNvPr>
          <p:cNvSpPr>
            <a:spLocks noGrp="1"/>
          </p:cNvSpPr>
          <p:nvPr/>
        </p:nvSpPr>
        <p:spPr>
          <a:xfrm>
            <a:off x="7000875" y="352425"/>
            <a:ext cx="40100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流交互图构建G</a:t>
            </a:r>
            <a:r>
              <a:rPr sz="2325" b="1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(x)=(V, E)</a:t>
            </a:r>
          </a:p>
        </p:txBody>
      </p:sp>
      <p:sp>
        <p:nvSpPr>
          <p:cNvPr id="12" name="full-8">
            <a:extLst>
              <a:ext uri="{FF2B5EF4-FFF2-40B4-BE49-F238E27FC236}">
                <a16:creationId xmlns:a16="http://schemas.microsoft.com/office/drawing/2014/main" id="{7C6A4CF8-6718-4DE9-84D4-F821BC63BC85}"/>
              </a:ext>
            </a:extLst>
          </p:cNvPr>
          <p:cNvSpPr>
            <a:spLocks noGrp="1"/>
          </p:cNvSpPr>
          <p:nvPr/>
        </p:nvSpPr>
        <p:spPr>
          <a:xfrm>
            <a:off x="6162675" y="952500"/>
            <a:ext cx="4933950" cy="0"/>
          </a:xfrm>
          <a:prstGeom prst="line">
            <a:avLst/>
          </a:prstGeom>
          <a:noFill/>
          <a:ln w="7620">
            <a:solidFill>
              <a:srgbClr val="EDF7F1"/>
            </a:solidFill>
            <a:prstDash val="solid"/>
          </a:ln>
        </p:spPr>
      </p:sp>
      <p:sp>
        <p:nvSpPr>
          <p:cNvPr id="13" name="full-9">
            <a:extLst>
              <a:ext uri="{FF2B5EF4-FFF2-40B4-BE49-F238E27FC236}">
                <a16:creationId xmlns:a16="http://schemas.microsoft.com/office/drawing/2014/main" id="{D7BA524A-E4AE-4D31-86EE-4656F3D0CAD6}"/>
              </a:ext>
            </a:extLst>
          </p:cNvPr>
          <p:cNvSpPr>
            <a:spLocks noGrp="1"/>
          </p:cNvSpPr>
          <p:nvPr/>
        </p:nvSpPr>
        <p:spPr>
          <a:xfrm>
            <a:off x="11220450" y="133350"/>
            <a:ext cx="5791200" cy="941070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11430">
            <a:solidFill>
              <a:srgbClr val="E58A37"/>
            </a:solidFill>
            <a:prstDash val="solid"/>
          </a:ln>
        </p:spPr>
      </p:sp>
      <p:sp>
        <p:nvSpPr>
          <p:cNvPr id="14" name="wash-header-3">
            <a:extLst>
              <a:ext uri="{FF2B5EF4-FFF2-40B4-BE49-F238E27FC236}">
                <a16:creationId xmlns:a16="http://schemas.microsoft.com/office/drawing/2014/main" id="{6E170721-0A6A-4C1E-8DD2-B47B335509A6}"/>
              </a:ext>
            </a:extLst>
          </p:cNvPr>
          <p:cNvSpPr>
            <a:spLocks noGrp="1"/>
          </p:cNvSpPr>
          <p:nvPr/>
        </p:nvSpPr>
        <p:spPr>
          <a:xfrm>
            <a:off x="11229975" y="142875"/>
            <a:ext cx="5772150" cy="809625"/>
          </a:xfrm>
          <a:prstGeom prst="roundRect">
            <a:avLst>
              <a:gd name="adj" fmla="val 14118"/>
            </a:avLst>
          </a:prstGeom>
          <a:gradFill rotWithShape="1">
            <a:gsLst>
              <a:gs pos="0">
                <a:srgbClr val="FFF5ED"/>
              </a:gs>
              <a:gs pos="100000">
                <a:srgbClr val="FFF3E9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5" name="badge-3">
            <a:extLst>
              <a:ext uri="{FF2B5EF4-FFF2-40B4-BE49-F238E27FC236}">
                <a16:creationId xmlns:a16="http://schemas.microsoft.com/office/drawing/2014/main" id="{29947DB6-C44D-46EF-89FB-23F1BF2C0300}"/>
              </a:ext>
            </a:extLst>
          </p:cNvPr>
          <p:cNvSpPr>
            <a:spLocks noGrp="1"/>
          </p:cNvSpPr>
          <p:nvPr/>
        </p:nvSpPr>
        <p:spPr>
          <a:xfrm>
            <a:off x="11391900" y="266700"/>
            <a:ext cx="590550" cy="590550"/>
          </a:xfrm>
          <a:prstGeom prst="ellipse">
            <a:avLst/>
          </a:prstGeom>
          <a:gradFill rotWithShape="1">
            <a:gsLst>
              <a:gs pos="0">
                <a:srgbClr val="EAA15F"/>
              </a:gs>
              <a:gs pos="100000">
                <a:srgbClr val="E58A37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16" name="full-10">
            <a:extLst>
              <a:ext uri="{FF2B5EF4-FFF2-40B4-BE49-F238E27FC236}">
                <a16:creationId xmlns:a16="http://schemas.microsoft.com/office/drawing/2014/main" id="{AB9B060E-B6C3-4BCC-B50F-CEF472EF06C6}"/>
              </a:ext>
            </a:extLst>
          </p:cNvPr>
          <p:cNvSpPr>
            <a:spLocks noGrp="1"/>
          </p:cNvSpPr>
          <p:nvPr/>
        </p:nvSpPr>
        <p:spPr>
          <a:xfrm>
            <a:off x="11391900" y="295275"/>
            <a:ext cx="59055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300"/>
            </a:defPPr>
            <a:lvl1pPr algn="ctr">
              <a:defRPr sz="3300"/>
            </a:lvl1pPr>
            <a:lvl2pPr algn="ctr">
              <a:defRPr sz="3300"/>
            </a:lvl2pPr>
            <a:lvl3pPr algn="ctr">
              <a:defRPr sz="3300"/>
            </a:lvl3pPr>
            <a:lvl4pPr algn="ctr">
              <a:defRPr sz="3300"/>
            </a:lvl4pPr>
            <a:lvl5pPr algn="ctr">
              <a:defRPr sz="3300"/>
            </a:lvl5pPr>
            <a:lvl6pPr algn="ctr">
              <a:defRPr sz="3300"/>
            </a:lvl6pPr>
            <a:lvl7pPr algn="ctr">
              <a:defRPr sz="3300"/>
            </a:lvl7pPr>
            <a:lvl8pPr algn="ctr">
              <a:defRPr sz="3300"/>
            </a:lvl8pPr>
            <a:lvl9pPr algn="ctr">
              <a:defRPr sz="3300"/>
            </a:lvl9pPr>
          </a:lstStyle>
          <a:p>
            <a:pPr algn="ctr">
              <a:defRPr sz="3300"/>
            </a:pPr>
            <a:r>
              <a:rPr lang="en-US" altLang="zh-CN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33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full-11">
            <a:extLst>
              <a:ext uri="{FF2B5EF4-FFF2-40B4-BE49-F238E27FC236}">
                <a16:creationId xmlns:a16="http://schemas.microsoft.com/office/drawing/2014/main" id="{1637BA5F-0A9A-49A1-98B7-1B99802A14DA}"/>
              </a:ext>
            </a:extLst>
          </p:cNvPr>
          <p:cNvSpPr>
            <a:spLocks noGrp="1"/>
          </p:cNvSpPr>
          <p:nvPr/>
        </p:nvSpPr>
        <p:spPr>
          <a:xfrm>
            <a:off x="12068175" y="352425"/>
            <a:ext cx="4848225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b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TAGCN 编码与邻域聚合（K = 2）</a:t>
            </a:r>
          </a:p>
        </p:txBody>
      </p:sp>
      <p:sp>
        <p:nvSpPr>
          <p:cNvPr id="18" name="full-12">
            <a:extLst>
              <a:ext uri="{FF2B5EF4-FFF2-40B4-BE49-F238E27FC236}">
                <a16:creationId xmlns:a16="http://schemas.microsoft.com/office/drawing/2014/main" id="{C728C1F7-D3F4-4190-ACDE-593AF35ED1A8}"/>
              </a:ext>
            </a:extLst>
          </p:cNvPr>
          <p:cNvSpPr>
            <a:spLocks noGrp="1"/>
          </p:cNvSpPr>
          <p:nvPr/>
        </p:nvSpPr>
        <p:spPr>
          <a:xfrm>
            <a:off x="11229975" y="952500"/>
            <a:ext cx="5772150" cy="0"/>
          </a:xfrm>
          <a:prstGeom prst="line">
            <a:avLst/>
          </a:prstGeom>
          <a:noFill/>
          <a:ln w="7620">
            <a:solidFill>
              <a:srgbClr val="FFF3E9"/>
            </a:solidFill>
            <a:prstDash val="solid"/>
          </a:ln>
        </p:spPr>
      </p:sp>
      <p:sp>
        <p:nvSpPr>
          <p:cNvPr id="19" name="full-13">
            <a:extLst>
              <a:ext uri="{FF2B5EF4-FFF2-40B4-BE49-F238E27FC236}">
                <a16:creationId xmlns:a16="http://schemas.microsoft.com/office/drawing/2014/main" id="{76E66E7F-4CAA-4AF0-B3EA-720B5B250F59}"/>
              </a:ext>
            </a:extLst>
          </p:cNvPr>
          <p:cNvSpPr>
            <a:spLocks noGrp="1"/>
          </p:cNvSpPr>
          <p:nvPr/>
        </p:nvSpPr>
        <p:spPr>
          <a:xfrm>
            <a:off x="304800" y="1095375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(1) </a:t>
            </a:r>
            <a:r>
              <a:rPr sz="1950" b="1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双向流的报文序列输入（按时间顺序</a:t>
            </a:r>
            <a:r>
              <a:rPr sz="1950" b="1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20" name="full-14">
            <a:extLst>
              <a:ext uri="{FF2B5EF4-FFF2-40B4-BE49-F238E27FC236}">
                <a16:creationId xmlns:a16="http://schemas.microsoft.com/office/drawing/2014/main" id="{7DAE92E2-1887-4C92-9688-9364F673B0F1}"/>
              </a:ext>
            </a:extLst>
          </p:cNvPr>
          <p:cNvSpPr>
            <a:spLocks noGrp="1"/>
          </p:cNvSpPr>
          <p:nvPr/>
        </p:nvSpPr>
        <p:spPr>
          <a:xfrm>
            <a:off x="34290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EFF7FE"/>
              </a:gs>
              <a:gs pos="100000">
                <a:srgbClr val="EBF5FE"/>
              </a:gs>
            </a:gsLst>
            <a:lin ang="5400000" scaled="0"/>
          </a:gradFill>
          <a:ln w="6668">
            <a:solidFill>
              <a:srgbClr val="C3DCF2"/>
            </a:solidFill>
            <a:prstDash val="solid"/>
          </a:ln>
        </p:spPr>
      </p:sp>
      <p:sp>
        <p:nvSpPr>
          <p:cNvPr id="21" name="full-15">
            <a:extLst>
              <a:ext uri="{FF2B5EF4-FFF2-40B4-BE49-F238E27FC236}">
                <a16:creationId xmlns:a16="http://schemas.microsoft.com/office/drawing/2014/main" id="{CC16B060-9812-4F79-8069-E20CAB03C4C3}"/>
              </a:ext>
            </a:extLst>
          </p:cNvPr>
          <p:cNvSpPr>
            <a:spLocks noGrp="1"/>
          </p:cNvSpPr>
          <p:nvPr/>
        </p:nvSpPr>
        <p:spPr>
          <a:xfrm>
            <a:off x="3638550" y="1619250"/>
            <a:ext cx="2143125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FFF3F1"/>
              </a:gs>
              <a:gs pos="100000">
                <a:srgbClr val="FFF0EE"/>
              </a:gs>
            </a:gsLst>
            <a:lin ang="5400000" scaled="0"/>
          </a:gradFill>
          <a:ln w="6668">
            <a:solidFill>
              <a:srgbClr val="F2D6D1"/>
            </a:solidFill>
            <a:prstDash val="solid"/>
          </a:ln>
        </p:spPr>
      </p:sp>
      <p:sp>
        <p:nvSpPr>
          <p:cNvPr id="22" name="full-16">
            <a:extLst>
              <a:ext uri="{FF2B5EF4-FFF2-40B4-BE49-F238E27FC236}">
                <a16:creationId xmlns:a16="http://schemas.microsoft.com/office/drawing/2014/main" id="{AC1BB3CD-D796-4E50-8F25-4295EC2C80FB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SimSun"/>
                <a:ea typeface="SimSun"/>
                <a:cs typeface="SimSun"/>
              </a:rPr>
              <a:t>客户端（正向 +）</a:t>
            </a:r>
          </a:p>
        </p:txBody>
      </p:sp>
      <p:sp>
        <p:nvSpPr>
          <p:cNvPr id="23" name="full-17">
            <a:extLst>
              <a:ext uri="{FF2B5EF4-FFF2-40B4-BE49-F238E27FC236}">
                <a16:creationId xmlns:a16="http://schemas.microsoft.com/office/drawing/2014/main" id="{F529F0FD-A63E-41F8-B087-CA725553EF19}"/>
              </a:ext>
            </a:extLst>
          </p:cNvPr>
          <p:cNvSpPr>
            <a:spLocks noGrp="1"/>
          </p:cNvSpPr>
          <p:nvPr/>
        </p:nvSpPr>
        <p:spPr>
          <a:xfrm>
            <a:off x="3695700" y="1762125"/>
            <a:ext cx="2028825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 err="1">
                <a:solidFill>
                  <a:srgbClr val="C95148"/>
                </a:solidFill>
                <a:latin typeface="SimSun"/>
                <a:ea typeface="SimSun"/>
                <a:cs typeface="SimSun"/>
              </a:rPr>
              <a:t>服务器（反向</a:t>
            </a:r>
            <a:r>
              <a:rPr sz="1725" b="1" dirty="0">
                <a:solidFill>
                  <a:srgbClr val="C95148"/>
                </a:solidFill>
                <a:latin typeface="SimSun"/>
                <a:ea typeface="SimSun"/>
                <a:cs typeface="SimSun"/>
              </a:rPr>
              <a:t> −）</a:t>
            </a:r>
          </a:p>
        </p:txBody>
      </p:sp>
      <p:sp>
        <p:nvSpPr>
          <p:cNvPr id="24" name="full-18">
            <a:extLst>
              <a:ext uri="{FF2B5EF4-FFF2-40B4-BE49-F238E27FC236}">
                <a16:creationId xmlns:a16="http://schemas.microsoft.com/office/drawing/2014/main" id="{2217485B-0384-469F-9585-DCF539939949}"/>
              </a:ext>
            </a:extLst>
          </p:cNvPr>
          <p:cNvSpPr>
            <a:spLocks noGrp="1"/>
          </p:cNvSpPr>
          <p:nvPr/>
        </p:nvSpPr>
        <p:spPr>
          <a:xfrm>
            <a:off x="962025" y="2266950"/>
            <a:ext cx="847725" cy="619125"/>
          </a:xfrm>
          <a:prstGeom prst="roundRect">
            <a:avLst>
              <a:gd name="adj" fmla="val 18462"/>
            </a:avLst>
          </a:prstGeom>
          <a:gradFill rotWithShape="1">
            <a:gsLst>
              <a:gs pos="0">
                <a:srgbClr val="C6E1F5"/>
              </a:gs>
              <a:gs pos="100000">
                <a:srgbClr val="B8D9F3"/>
              </a:gs>
            </a:gsLst>
            <a:lin ang="5400000" scaled="0"/>
          </a:gradFill>
          <a:ln w="19050">
            <a:solidFill>
              <a:srgbClr val="2474BD"/>
            </a:solidFill>
            <a:prstDash val="solid"/>
          </a:ln>
        </p:spPr>
      </p:sp>
      <p:sp>
        <p:nvSpPr>
          <p:cNvPr id="25" name="full-19">
            <a:extLst>
              <a:ext uri="{FF2B5EF4-FFF2-40B4-BE49-F238E27FC236}">
                <a16:creationId xmlns:a16="http://schemas.microsoft.com/office/drawing/2014/main" id="{01B4D4BD-A19D-461A-8AB6-22DBFD8CE96C}"/>
              </a:ext>
            </a:extLst>
          </p:cNvPr>
          <p:cNvSpPr>
            <a:spLocks noGrp="1"/>
          </p:cNvSpPr>
          <p:nvPr/>
        </p:nvSpPr>
        <p:spPr>
          <a:xfrm>
            <a:off x="1019175" y="2324100"/>
            <a:ext cx="733425" cy="466725"/>
          </a:xfrm>
          <a:prstGeom prst="rect">
            <a:avLst/>
          </a:prstGeom>
          <a:solidFill>
            <a:srgbClr val="E9F7FF"/>
          </a:solidFill>
          <a:ln w="9525">
            <a:solidFill>
              <a:srgbClr val="77ADE1"/>
            </a:solidFill>
            <a:prstDash val="solid"/>
          </a:ln>
        </p:spPr>
      </p:sp>
      <p:sp>
        <p:nvSpPr>
          <p:cNvPr id="26" name="full-20">
            <a:extLst>
              <a:ext uri="{FF2B5EF4-FFF2-40B4-BE49-F238E27FC236}">
                <a16:creationId xmlns:a16="http://schemas.microsoft.com/office/drawing/2014/main" id="{2AA90FF2-36E7-457F-9EE9-642DB1475E81}"/>
              </a:ext>
            </a:extLst>
          </p:cNvPr>
          <p:cNvSpPr>
            <a:spLocks noGrp="1"/>
          </p:cNvSpPr>
          <p:nvPr/>
        </p:nvSpPr>
        <p:spPr>
          <a:xfrm>
            <a:off x="847725" y="2924175"/>
            <a:ext cx="1076325" cy="123825"/>
          </a:xfrm>
          <a:prstGeom prst="trapezoid">
            <a:avLst/>
          </a:prstGeom>
          <a:solidFill>
            <a:srgbClr val="88B7DD"/>
          </a:solidFill>
          <a:ln w="14288">
            <a:solidFill>
              <a:srgbClr val="2474BD"/>
            </a:solidFill>
            <a:prstDash val="solid"/>
          </a:ln>
        </p:spPr>
      </p:sp>
      <p:sp>
        <p:nvSpPr>
          <p:cNvPr id="27" name="full-21">
            <a:extLst>
              <a:ext uri="{FF2B5EF4-FFF2-40B4-BE49-F238E27FC236}">
                <a16:creationId xmlns:a16="http://schemas.microsoft.com/office/drawing/2014/main" id="{4ECA1AC5-DBF1-421C-9DF6-EC61FA67B9D3}"/>
              </a:ext>
            </a:extLst>
          </p:cNvPr>
          <p:cNvSpPr>
            <a:spLocks noGrp="1"/>
          </p:cNvSpPr>
          <p:nvPr/>
        </p:nvSpPr>
        <p:spPr>
          <a:xfrm>
            <a:off x="1257300" y="2943225"/>
            <a:ext cx="247650" cy="38100"/>
          </a:xfrm>
          <a:prstGeom prst="rect">
            <a:avLst/>
          </a:prstGeom>
          <a:solidFill>
            <a:srgbClr val="D5E9F7"/>
          </a:solidFill>
          <a:ln w="9525">
            <a:noFill/>
            <a:prstDash val="solid"/>
          </a:ln>
        </p:spPr>
      </p:sp>
      <p:sp>
        <p:nvSpPr>
          <p:cNvPr id="28" name="full-22">
            <a:extLst>
              <a:ext uri="{FF2B5EF4-FFF2-40B4-BE49-F238E27FC236}">
                <a16:creationId xmlns:a16="http://schemas.microsoft.com/office/drawing/2014/main" id="{157F5063-5499-4497-BE6F-E5079FDC4204}"/>
              </a:ext>
            </a:extLst>
          </p:cNvPr>
          <p:cNvSpPr>
            <a:spLocks noGrp="1"/>
          </p:cNvSpPr>
          <p:nvPr/>
        </p:nvSpPr>
        <p:spPr>
          <a:xfrm>
            <a:off x="4305300" y="223837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29" name="full-23">
            <a:extLst>
              <a:ext uri="{FF2B5EF4-FFF2-40B4-BE49-F238E27FC236}">
                <a16:creationId xmlns:a16="http://schemas.microsoft.com/office/drawing/2014/main" id="{D98FB543-CC81-4228-9B78-1C12BB73F56E}"/>
              </a:ext>
            </a:extLst>
          </p:cNvPr>
          <p:cNvSpPr>
            <a:spLocks noGrp="1"/>
          </p:cNvSpPr>
          <p:nvPr/>
        </p:nvSpPr>
        <p:spPr>
          <a:xfrm>
            <a:off x="438150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0" name="full-24">
            <a:extLst>
              <a:ext uri="{FF2B5EF4-FFF2-40B4-BE49-F238E27FC236}">
                <a16:creationId xmlns:a16="http://schemas.microsoft.com/office/drawing/2014/main" id="{AD19E0F9-DAD7-438B-B2D8-8398036795D2}"/>
              </a:ext>
            </a:extLst>
          </p:cNvPr>
          <p:cNvSpPr>
            <a:spLocks noGrp="1"/>
          </p:cNvSpPr>
          <p:nvPr/>
        </p:nvSpPr>
        <p:spPr>
          <a:xfrm>
            <a:off x="442912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1" name="full-25">
            <a:extLst>
              <a:ext uri="{FF2B5EF4-FFF2-40B4-BE49-F238E27FC236}">
                <a16:creationId xmlns:a16="http://schemas.microsoft.com/office/drawing/2014/main" id="{5E51669B-1078-4490-B817-187362597ABC}"/>
              </a:ext>
            </a:extLst>
          </p:cNvPr>
          <p:cNvSpPr>
            <a:spLocks noGrp="1"/>
          </p:cNvSpPr>
          <p:nvPr/>
        </p:nvSpPr>
        <p:spPr>
          <a:xfrm>
            <a:off x="4476750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2" name="full-26">
            <a:extLst>
              <a:ext uri="{FF2B5EF4-FFF2-40B4-BE49-F238E27FC236}">
                <a16:creationId xmlns:a16="http://schemas.microsoft.com/office/drawing/2014/main" id="{4019A400-C275-429A-9455-D10D1B2F4644}"/>
              </a:ext>
            </a:extLst>
          </p:cNvPr>
          <p:cNvSpPr>
            <a:spLocks noGrp="1"/>
          </p:cNvSpPr>
          <p:nvPr/>
        </p:nvSpPr>
        <p:spPr>
          <a:xfrm>
            <a:off x="4524375" y="229552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3" name="full-27">
            <a:extLst>
              <a:ext uri="{FF2B5EF4-FFF2-40B4-BE49-F238E27FC236}">
                <a16:creationId xmlns:a16="http://schemas.microsoft.com/office/drawing/2014/main" id="{B31EA6A7-3E7F-44DB-B18C-1D08CBF29A49}"/>
              </a:ext>
            </a:extLst>
          </p:cNvPr>
          <p:cNvSpPr>
            <a:spLocks noGrp="1"/>
          </p:cNvSpPr>
          <p:nvPr/>
        </p:nvSpPr>
        <p:spPr>
          <a:xfrm>
            <a:off x="5000625" y="231457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34" name="full-28">
            <a:extLst>
              <a:ext uri="{FF2B5EF4-FFF2-40B4-BE49-F238E27FC236}">
                <a16:creationId xmlns:a16="http://schemas.microsoft.com/office/drawing/2014/main" id="{83D34852-623A-4676-AC6D-76387A938450}"/>
              </a:ext>
            </a:extLst>
          </p:cNvPr>
          <p:cNvSpPr>
            <a:spLocks noGrp="1"/>
          </p:cNvSpPr>
          <p:nvPr/>
        </p:nvSpPr>
        <p:spPr>
          <a:xfrm>
            <a:off x="4305300" y="2514600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35" name="full-29">
            <a:extLst>
              <a:ext uri="{FF2B5EF4-FFF2-40B4-BE49-F238E27FC236}">
                <a16:creationId xmlns:a16="http://schemas.microsoft.com/office/drawing/2014/main" id="{84237F34-C19D-4933-A76F-B6E9CB12B942}"/>
              </a:ext>
            </a:extLst>
          </p:cNvPr>
          <p:cNvSpPr>
            <a:spLocks noGrp="1"/>
          </p:cNvSpPr>
          <p:nvPr/>
        </p:nvSpPr>
        <p:spPr>
          <a:xfrm>
            <a:off x="438150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6" name="full-30">
            <a:extLst>
              <a:ext uri="{FF2B5EF4-FFF2-40B4-BE49-F238E27FC236}">
                <a16:creationId xmlns:a16="http://schemas.microsoft.com/office/drawing/2014/main" id="{F355965D-20C4-4C5A-A880-A996A4138B9B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7" name="full-31">
            <a:extLst>
              <a:ext uri="{FF2B5EF4-FFF2-40B4-BE49-F238E27FC236}">
                <a16:creationId xmlns:a16="http://schemas.microsoft.com/office/drawing/2014/main" id="{DB297E65-42DC-4FF9-A520-9D80C7272C61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8" name="full-32">
            <a:extLst>
              <a:ext uri="{FF2B5EF4-FFF2-40B4-BE49-F238E27FC236}">
                <a16:creationId xmlns:a16="http://schemas.microsoft.com/office/drawing/2014/main" id="{88E38F97-E934-426E-8AFD-E3E185855AF0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39" name="full-33">
            <a:extLst>
              <a:ext uri="{FF2B5EF4-FFF2-40B4-BE49-F238E27FC236}">
                <a16:creationId xmlns:a16="http://schemas.microsoft.com/office/drawing/2014/main" id="{EDF346DE-0F0B-4D36-9230-CFC50CE5882A}"/>
              </a:ext>
            </a:extLst>
          </p:cNvPr>
          <p:cNvSpPr>
            <a:spLocks noGrp="1"/>
          </p:cNvSpPr>
          <p:nvPr/>
        </p:nvSpPr>
        <p:spPr>
          <a:xfrm>
            <a:off x="5000625" y="2590800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0" name="full-34">
            <a:extLst>
              <a:ext uri="{FF2B5EF4-FFF2-40B4-BE49-F238E27FC236}">
                <a16:creationId xmlns:a16="http://schemas.microsoft.com/office/drawing/2014/main" id="{433A7C6F-C6A4-42E6-84D8-DEFE38986195}"/>
              </a:ext>
            </a:extLst>
          </p:cNvPr>
          <p:cNvSpPr>
            <a:spLocks noGrp="1"/>
          </p:cNvSpPr>
          <p:nvPr/>
        </p:nvSpPr>
        <p:spPr>
          <a:xfrm>
            <a:off x="4305300" y="2790825"/>
            <a:ext cx="838200" cy="238125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99B6CE"/>
              </a:gs>
              <a:gs pos="100000">
                <a:srgbClr val="7FA4C2"/>
              </a:gs>
            </a:gsLst>
            <a:lin ang="5400000" scaled="0"/>
          </a:gradFill>
          <a:ln w="16193">
            <a:solidFill>
              <a:srgbClr val="3E658C"/>
            </a:solidFill>
            <a:prstDash val="solid"/>
          </a:ln>
        </p:spPr>
      </p:sp>
      <p:sp>
        <p:nvSpPr>
          <p:cNvPr id="41" name="full-35">
            <a:extLst>
              <a:ext uri="{FF2B5EF4-FFF2-40B4-BE49-F238E27FC236}">
                <a16:creationId xmlns:a16="http://schemas.microsoft.com/office/drawing/2014/main" id="{D7E0B260-E5FA-4CD1-9B6A-5B225409FCA7}"/>
              </a:ext>
            </a:extLst>
          </p:cNvPr>
          <p:cNvSpPr>
            <a:spLocks noGrp="1"/>
          </p:cNvSpPr>
          <p:nvPr/>
        </p:nvSpPr>
        <p:spPr>
          <a:xfrm>
            <a:off x="438150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2" name="full-36">
            <a:extLst>
              <a:ext uri="{FF2B5EF4-FFF2-40B4-BE49-F238E27FC236}">
                <a16:creationId xmlns:a16="http://schemas.microsoft.com/office/drawing/2014/main" id="{AF8A40A9-F93E-4848-9082-60563A446925}"/>
              </a:ext>
            </a:extLst>
          </p:cNvPr>
          <p:cNvSpPr>
            <a:spLocks noGrp="1"/>
          </p:cNvSpPr>
          <p:nvPr/>
        </p:nvSpPr>
        <p:spPr>
          <a:xfrm>
            <a:off x="442912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3" name="full-37">
            <a:extLst>
              <a:ext uri="{FF2B5EF4-FFF2-40B4-BE49-F238E27FC236}">
                <a16:creationId xmlns:a16="http://schemas.microsoft.com/office/drawing/2014/main" id="{5E6D4FEE-E21A-402D-81FB-143B5B013B15}"/>
              </a:ext>
            </a:extLst>
          </p:cNvPr>
          <p:cNvSpPr>
            <a:spLocks noGrp="1"/>
          </p:cNvSpPr>
          <p:nvPr/>
        </p:nvSpPr>
        <p:spPr>
          <a:xfrm>
            <a:off x="4476750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4" name="full-38">
            <a:extLst>
              <a:ext uri="{FF2B5EF4-FFF2-40B4-BE49-F238E27FC236}">
                <a16:creationId xmlns:a16="http://schemas.microsoft.com/office/drawing/2014/main" id="{B7E317DC-E97E-4821-BEF8-C969E3F87152}"/>
              </a:ext>
            </a:extLst>
          </p:cNvPr>
          <p:cNvSpPr>
            <a:spLocks noGrp="1"/>
          </p:cNvSpPr>
          <p:nvPr/>
        </p:nvSpPr>
        <p:spPr>
          <a:xfrm>
            <a:off x="4524375" y="2847975"/>
            <a:ext cx="0" cy="104775"/>
          </a:xfrm>
          <a:prstGeom prst="line">
            <a:avLst/>
          </a:prstGeom>
          <a:noFill/>
          <a:ln w="11430">
            <a:solidFill>
              <a:srgbClr val="D7E8F4"/>
            </a:solidFill>
            <a:prstDash val="solid"/>
          </a:ln>
        </p:spPr>
      </p:sp>
      <p:sp>
        <p:nvSpPr>
          <p:cNvPr id="45" name="full-39">
            <a:extLst>
              <a:ext uri="{FF2B5EF4-FFF2-40B4-BE49-F238E27FC236}">
                <a16:creationId xmlns:a16="http://schemas.microsoft.com/office/drawing/2014/main" id="{58FBFA92-E7D0-4363-A5F3-B8A29A70926C}"/>
              </a:ext>
            </a:extLst>
          </p:cNvPr>
          <p:cNvSpPr>
            <a:spLocks noGrp="1"/>
          </p:cNvSpPr>
          <p:nvPr/>
        </p:nvSpPr>
        <p:spPr>
          <a:xfrm>
            <a:off x="5000625" y="2867025"/>
            <a:ext cx="57150" cy="57150"/>
          </a:xfrm>
          <a:prstGeom prst="ellipse">
            <a:avLst/>
          </a:prstGeom>
          <a:solidFill>
            <a:srgbClr val="BCE9FD"/>
          </a:solidFill>
          <a:ln w="5715">
            <a:solidFill>
              <a:srgbClr val="29486E"/>
            </a:solidFill>
            <a:prstDash val="solid"/>
          </a:ln>
        </p:spPr>
      </p:sp>
      <p:sp>
        <p:nvSpPr>
          <p:cNvPr id="46" name="full-40">
            <a:extLst>
              <a:ext uri="{FF2B5EF4-FFF2-40B4-BE49-F238E27FC236}">
                <a16:creationId xmlns:a16="http://schemas.microsoft.com/office/drawing/2014/main" id="{4B806483-C46F-45EF-A343-865E203A5781}"/>
              </a:ext>
            </a:extLst>
          </p:cNvPr>
          <p:cNvSpPr>
            <a:spLocks noGrp="1"/>
          </p:cNvSpPr>
          <p:nvPr/>
        </p:nvSpPr>
        <p:spPr>
          <a:xfrm>
            <a:off x="2514600" y="2066925"/>
            <a:ext cx="1095375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加密双向流</a:t>
            </a:r>
            <a:endParaRPr sz="1575" b="0" dirty="0">
              <a:solidFill>
                <a:srgbClr val="182C49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7" name="full-41">
            <a:extLst>
              <a:ext uri="{FF2B5EF4-FFF2-40B4-BE49-F238E27FC236}">
                <a16:creationId xmlns:a16="http://schemas.microsoft.com/office/drawing/2014/main" id="{9EF8DF25-2EDF-43B2-971B-03D1D8F6D299}"/>
              </a:ext>
            </a:extLst>
          </p:cNvPr>
          <p:cNvSpPr>
            <a:spLocks noGrp="1"/>
          </p:cNvSpPr>
          <p:nvPr/>
        </p:nvSpPr>
        <p:spPr>
          <a:xfrm>
            <a:off x="2638425" y="2524125"/>
            <a:ext cx="800100" cy="0"/>
          </a:xfrm>
          <a:prstGeom prst="line">
            <a:avLst/>
          </a:prstGeom>
          <a:noFill/>
          <a:ln w="21908">
            <a:solidFill>
              <a:srgbClr val="2474BD"/>
            </a:solidFill>
            <a:prstDash val="solid"/>
          </a:ln>
        </p:spPr>
      </p:sp>
      <p:sp>
        <p:nvSpPr>
          <p:cNvPr id="48" name="full-42">
            <a:extLst>
              <a:ext uri="{FF2B5EF4-FFF2-40B4-BE49-F238E27FC236}">
                <a16:creationId xmlns:a16="http://schemas.microsoft.com/office/drawing/2014/main" id="{927E64E1-E1C2-40A0-A6FB-65AC23405219}"/>
              </a:ext>
            </a:extLst>
          </p:cNvPr>
          <p:cNvSpPr>
            <a:spLocks noGrp="1"/>
          </p:cNvSpPr>
          <p:nvPr/>
        </p:nvSpPr>
        <p:spPr>
          <a:xfrm rot="5400000">
            <a:off x="3429000" y="2466975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49" name="full-43">
            <a:extLst>
              <a:ext uri="{FF2B5EF4-FFF2-40B4-BE49-F238E27FC236}">
                <a16:creationId xmlns:a16="http://schemas.microsoft.com/office/drawing/2014/main" id="{681068F0-9673-4FAB-B938-E27696AE1A66}"/>
              </a:ext>
            </a:extLst>
          </p:cNvPr>
          <p:cNvSpPr>
            <a:spLocks noGrp="1"/>
          </p:cNvSpPr>
          <p:nvPr/>
        </p:nvSpPr>
        <p:spPr>
          <a:xfrm>
            <a:off x="2686050" y="2895600"/>
            <a:ext cx="800100" cy="0"/>
          </a:xfrm>
          <a:prstGeom prst="line">
            <a:avLst/>
          </a:prstGeom>
          <a:noFill/>
          <a:ln w="21908">
            <a:solidFill>
              <a:srgbClr val="C95148"/>
            </a:solidFill>
            <a:prstDash val="solid"/>
          </a:ln>
        </p:spPr>
      </p:sp>
      <p:sp>
        <p:nvSpPr>
          <p:cNvPr id="50" name="full-44">
            <a:extLst>
              <a:ext uri="{FF2B5EF4-FFF2-40B4-BE49-F238E27FC236}">
                <a16:creationId xmlns:a16="http://schemas.microsoft.com/office/drawing/2014/main" id="{615929E2-62AE-48CD-ADDA-0C5EFA98BEFC}"/>
              </a:ext>
            </a:extLst>
          </p:cNvPr>
          <p:cNvSpPr>
            <a:spLocks noGrp="1"/>
          </p:cNvSpPr>
          <p:nvPr/>
        </p:nvSpPr>
        <p:spPr>
          <a:xfrm rot="16200000">
            <a:off x="2581275" y="2838450"/>
            <a:ext cx="114300" cy="114300"/>
          </a:xfrm>
          <a:prstGeom prst="triangle">
            <a:avLst/>
          </a:prstGeom>
          <a:solidFill>
            <a:srgbClr val="C95148"/>
          </a:solidFill>
          <a:ln w="9525">
            <a:noFill/>
            <a:prstDash val="solid"/>
          </a:ln>
        </p:spPr>
      </p:sp>
      <p:sp>
        <p:nvSpPr>
          <p:cNvPr id="51" name="full-45">
            <a:extLst>
              <a:ext uri="{FF2B5EF4-FFF2-40B4-BE49-F238E27FC236}">
                <a16:creationId xmlns:a16="http://schemas.microsoft.com/office/drawing/2014/main" id="{E6E3DF57-49FA-407D-9847-85635C5602F7}"/>
              </a:ext>
            </a:extLst>
          </p:cNvPr>
          <p:cNvSpPr>
            <a:spLocks noGrp="1"/>
          </p:cNvSpPr>
          <p:nvPr/>
        </p:nvSpPr>
        <p:spPr>
          <a:xfrm>
            <a:off x="323850" y="3619500"/>
            <a:ext cx="5486400" cy="0"/>
          </a:xfrm>
          <a:prstGeom prst="line">
            <a:avLst/>
          </a:prstGeom>
          <a:noFill/>
          <a:ln w="9525">
            <a:solidFill>
              <a:srgbClr val="CCDDED"/>
            </a:solidFill>
            <a:prstDash val="solid"/>
          </a:ln>
        </p:spPr>
      </p:sp>
      <p:sp>
        <p:nvSpPr>
          <p:cNvPr id="52" name="full-46">
            <a:extLst>
              <a:ext uri="{FF2B5EF4-FFF2-40B4-BE49-F238E27FC236}">
                <a16:creationId xmlns:a16="http://schemas.microsoft.com/office/drawing/2014/main" id="{FBB7E3B7-C93B-4CA2-9089-ADD14A59D716}"/>
              </a:ext>
            </a:extLst>
          </p:cNvPr>
          <p:cNvSpPr>
            <a:spLocks noGrp="1"/>
          </p:cNvSpPr>
          <p:nvPr/>
        </p:nvSpPr>
        <p:spPr>
          <a:xfrm>
            <a:off x="-808823" y="3714749"/>
            <a:ext cx="55626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(2) </a:t>
            </a:r>
            <a:r>
              <a:rPr sz="1950" b="1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按方向划分burst</a:t>
            </a:r>
            <a:endParaRPr sz="1950" b="1" dirty="0">
              <a:solidFill>
                <a:srgbClr val="182C49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3" name="full-47">
            <a:extLst>
              <a:ext uri="{FF2B5EF4-FFF2-40B4-BE49-F238E27FC236}">
                <a16:creationId xmlns:a16="http://schemas.microsoft.com/office/drawing/2014/main" id="{732C8086-6501-43DC-AB19-62AFCC04EE37}"/>
              </a:ext>
            </a:extLst>
          </p:cNvPr>
          <p:cNvSpPr>
            <a:spLocks noGrp="1"/>
          </p:cNvSpPr>
          <p:nvPr/>
        </p:nvSpPr>
        <p:spPr>
          <a:xfrm>
            <a:off x="314325" y="4248150"/>
            <a:ext cx="2095500" cy="1590675"/>
          </a:xfrm>
          <a:prstGeom prst="roundRect">
            <a:avLst>
              <a:gd name="adj" fmla="val 6522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</p:sp>
      <p:sp>
        <p:nvSpPr>
          <p:cNvPr id="54" name="full-48">
            <a:extLst>
              <a:ext uri="{FF2B5EF4-FFF2-40B4-BE49-F238E27FC236}">
                <a16:creationId xmlns:a16="http://schemas.microsoft.com/office/drawing/2014/main" id="{FEAFD07B-7E71-4B52-A8C9-F9782EE9F146}"/>
              </a:ext>
            </a:extLst>
          </p:cNvPr>
          <p:cNvSpPr>
            <a:spLocks noGrp="1"/>
          </p:cNvSpPr>
          <p:nvPr/>
        </p:nvSpPr>
        <p:spPr>
          <a:xfrm>
            <a:off x="342900" y="4391025"/>
            <a:ext cx="20383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2474BD"/>
                </a:solidFill>
                <a:latin typeface="SimSun"/>
                <a:ea typeface="SimSun"/>
                <a:cs typeface="SimSun"/>
              </a:rPr>
              <a:t>B₁（</a:t>
            </a:r>
            <a:r>
              <a:rPr sz="1725" b="1" dirty="0" err="1">
                <a:solidFill>
                  <a:srgbClr val="2474BD"/>
                </a:solidFill>
                <a:latin typeface="SimSun"/>
                <a:ea typeface="SimSun"/>
                <a:cs typeface="SimSun"/>
              </a:rPr>
              <a:t>正向</a:t>
            </a:r>
            <a:r>
              <a:rPr sz="1725" b="1" dirty="0">
                <a:solidFill>
                  <a:srgbClr val="2474BD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55" name="full-49">
            <a:extLst>
              <a:ext uri="{FF2B5EF4-FFF2-40B4-BE49-F238E27FC236}">
                <a16:creationId xmlns:a16="http://schemas.microsoft.com/office/drawing/2014/main" id="{6C7F8A06-EC6A-43A5-9F0F-4005BACEFF73}"/>
              </a:ext>
            </a:extLst>
          </p:cNvPr>
          <p:cNvSpPr>
            <a:spLocks noGrp="1"/>
          </p:cNvSpPr>
          <p:nvPr/>
        </p:nvSpPr>
        <p:spPr>
          <a:xfrm>
            <a:off x="342900" y="4733925"/>
            <a:ext cx="20383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SimSun"/>
                <a:ea typeface="SimSun"/>
                <a:cs typeface="SimSun"/>
              </a:rPr>
              <a:t>3个报文</a:t>
            </a:r>
          </a:p>
        </p:txBody>
      </p:sp>
      <p:sp>
        <p:nvSpPr>
          <p:cNvPr id="56" name="full-50">
            <a:extLst>
              <a:ext uri="{FF2B5EF4-FFF2-40B4-BE49-F238E27FC236}">
                <a16:creationId xmlns:a16="http://schemas.microsoft.com/office/drawing/2014/main" id="{92C5D0DE-3DBD-4B0B-87E6-C5A332312921}"/>
              </a:ext>
            </a:extLst>
          </p:cNvPr>
          <p:cNvSpPr>
            <a:spLocks noGrp="1"/>
          </p:cNvSpPr>
          <p:nvPr/>
        </p:nvSpPr>
        <p:spPr>
          <a:xfrm>
            <a:off x="2524125" y="4248150"/>
            <a:ext cx="1619250" cy="1590675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FF3F1"/>
              </a:gs>
              <a:gs pos="100000">
                <a:srgbClr val="FFF0ED"/>
              </a:gs>
            </a:gsLst>
            <a:lin ang="5400000" scaled="0"/>
          </a:gradFill>
          <a:ln w="8573">
            <a:solidFill>
              <a:srgbClr val="C95148"/>
            </a:solidFill>
            <a:prstDash val="dash"/>
          </a:ln>
        </p:spPr>
      </p:sp>
      <p:sp>
        <p:nvSpPr>
          <p:cNvPr id="57" name="full-51">
            <a:extLst>
              <a:ext uri="{FF2B5EF4-FFF2-40B4-BE49-F238E27FC236}">
                <a16:creationId xmlns:a16="http://schemas.microsoft.com/office/drawing/2014/main" id="{4D2B82BB-92A7-46F2-A1D9-1FB3FD9C8E0B}"/>
              </a:ext>
            </a:extLst>
          </p:cNvPr>
          <p:cNvSpPr>
            <a:spLocks noGrp="1"/>
          </p:cNvSpPr>
          <p:nvPr/>
        </p:nvSpPr>
        <p:spPr>
          <a:xfrm>
            <a:off x="255270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 dirty="0">
                <a:solidFill>
                  <a:srgbClr val="C95148"/>
                </a:solidFill>
                <a:latin typeface="SimSun"/>
                <a:ea typeface="SimSun"/>
                <a:cs typeface="SimSun"/>
              </a:rPr>
              <a:t>B₂（</a:t>
            </a:r>
            <a:r>
              <a:rPr sz="1725" b="1" dirty="0" err="1">
                <a:solidFill>
                  <a:srgbClr val="C95148"/>
                </a:solidFill>
                <a:latin typeface="SimSun"/>
                <a:ea typeface="SimSun"/>
                <a:cs typeface="SimSun"/>
              </a:rPr>
              <a:t>反向</a:t>
            </a:r>
            <a:r>
              <a:rPr sz="1725" b="1" dirty="0">
                <a:solidFill>
                  <a:srgbClr val="C95148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58" name="full-52">
            <a:extLst>
              <a:ext uri="{FF2B5EF4-FFF2-40B4-BE49-F238E27FC236}">
                <a16:creationId xmlns:a16="http://schemas.microsoft.com/office/drawing/2014/main" id="{5FEA577C-EBB7-47E6-A827-9E1A1B6F159A}"/>
              </a:ext>
            </a:extLst>
          </p:cNvPr>
          <p:cNvSpPr>
            <a:spLocks noGrp="1"/>
          </p:cNvSpPr>
          <p:nvPr/>
        </p:nvSpPr>
        <p:spPr>
          <a:xfrm>
            <a:off x="255270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C95148"/>
                </a:solidFill>
                <a:latin typeface="SimSun"/>
                <a:ea typeface="SimSun"/>
                <a:cs typeface="SimSun"/>
              </a:rPr>
              <a:t>2个报文</a:t>
            </a:r>
          </a:p>
        </p:txBody>
      </p:sp>
      <p:sp>
        <p:nvSpPr>
          <p:cNvPr id="59" name="full-53">
            <a:extLst>
              <a:ext uri="{FF2B5EF4-FFF2-40B4-BE49-F238E27FC236}">
                <a16:creationId xmlns:a16="http://schemas.microsoft.com/office/drawing/2014/main" id="{B8FE648E-050E-43BB-A3FF-033C85F88E32}"/>
              </a:ext>
            </a:extLst>
          </p:cNvPr>
          <p:cNvSpPr>
            <a:spLocks noGrp="1"/>
          </p:cNvSpPr>
          <p:nvPr/>
        </p:nvSpPr>
        <p:spPr>
          <a:xfrm>
            <a:off x="4257675" y="4248150"/>
            <a:ext cx="1619250" cy="1590674"/>
          </a:xfrm>
          <a:prstGeom prst="roundRect">
            <a:avLst>
              <a:gd name="adj" fmla="val 7059"/>
            </a:avLst>
          </a:prstGeom>
          <a:gradFill rotWithShape="1">
            <a:gsLst>
              <a:gs pos="0">
                <a:srgbClr val="F1F9FE"/>
              </a:gs>
              <a:gs pos="100000">
                <a:srgbClr val="EEF7FE"/>
              </a:gs>
            </a:gsLst>
            <a:lin ang="5400000" scaled="0"/>
          </a:gradFill>
          <a:ln w="8573">
            <a:solidFill>
              <a:srgbClr val="2474BD"/>
            </a:solidFill>
            <a:prstDash val="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full-54">
            <a:extLst>
              <a:ext uri="{FF2B5EF4-FFF2-40B4-BE49-F238E27FC236}">
                <a16:creationId xmlns:a16="http://schemas.microsoft.com/office/drawing/2014/main" id="{D0C2A063-C316-4E19-BFBB-3712D05FFE5D}"/>
              </a:ext>
            </a:extLst>
          </p:cNvPr>
          <p:cNvSpPr>
            <a:spLocks noGrp="1"/>
          </p:cNvSpPr>
          <p:nvPr/>
        </p:nvSpPr>
        <p:spPr>
          <a:xfrm>
            <a:off x="4286250" y="4391025"/>
            <a:ext cx="15621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2474BD"/>
                </a:solidFill>
                <a:latin typeface="SimSun"/>
                <a:ea typeface="SimSun"/>
                <a:cs typeface="SimSun"/>
              </a:rPr>
              <a:t>B₃（正向）</a:t>
            </a:r>
          </a:p>
        </p:txBody>
      </p:sp>
      <p:sp>
        <p:nvSpPr>
          <p:cNvPr id="61" name="full-55">
            <a:extLst>
              <a:ext uri="{FF2B5EF4-FFF2-40B4-BE49-F238E27FC236}">
                <a16:creationId xmlns:a16="http://schemas.microsoft.com/office/drawing/2014/main" id="{0459AE9D-1981-4EF6-B9B5-EBBC54C0C6B3}"/>
              </a:ext>
            </a:extLst>
          </p:cNvPr>
          <p:cNvSpPr>
            <a:spLocks noGrp="1"/>
          </p:cNvSpPr>
          <p:nvPr/>
        </p:nvSpPr>
        <p:spPr>
          <a:xfrm>
            <a:off x="4286250" y="4733925"/>
            <a:ext cx="1562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>
                <a:solidFill>
                  <a:srgbClr val="2474BD"/>
                </a:solidFill>
                <a:latin typeface="SimSun"/>
                <a:ea typeface="SimSun"/>
                <a:cs typeface="SimSun"/>
              </a:rPr>
              <a:t>2个报文</a:t>
            </a:r>
          </a:p>
        </p:txBody>
      </p:sp>
      <p:sp>
        <p:nvSpPr>
          <p:cNvPr id="62" name="full-56">
            <a:extLst>
              <a:ext uri="{FF2B5EF4-FFF2-40B4-BE49-F238E27FC236}">
                <a16:creationId xmlns:a16="http://schemas.microsoft.com/office/drawing/2014/main" id="{82804946-4E27-4245-9CD3-A6824FAF40FC}"/>
              </a:ext>
            </a:extLst>
          </p:cNvPr>
          <p:cNvSpPr>
            <a:spLocks noGrp="1"/>
          </p:cNvSpPr>
          <p:nvPr/>
        </p:nvSpPr>
        <p:spPr>
          <a:xfrm>
            <a:off x="85675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3" name="full-57">
            <a:extLst>
              <a:ext uri="{FF2B5EF4-FFF2-40B4-BE49-F238E27FC236}">
                <a16:creationId xmlns:a16="http://schemas.microsoft.com/office/drawing/2014/main" id="{AB050635-093F-4488-84D5-B10BE1E31267}"/>
              </a:ext>
            </a:extLst>
          </p:cNvPr>
          <p:cNvSpPr>
            <a:spLocks noGrp="1"/>
          </p:cNvSpPr>
          <p:nvPr/>
        </p:nvSpPr>
        <p:spPr>
          <a:xfrm rot="5400000">
            <a:off x="9992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5" name="full-58">
            <a:extLst>
              <a:ext uri="{FF2B5EF4-FFF2-40B4-BE49-F238E27FC236}">
                <a16:creationId xmlns:a16="http://schemas.microsoft.com/office/drawing/2014/main" id="{C59745C0-5D9F-4117-B59C-0F54D15B0304}"/>
              </a:ext>
            </a:extLst>
          </p:cNvPr>
          <p:cNvSpPr>
            <a:spLocks noGrp="1"/>
          </p:cNvSpPr>
          <p:nvPr/>
        </p:nvSpPr>
        <p:spPr>
          <a:xfrm>
            <a:off x="428625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66" name="full-59">
            <a:extLst>
              <a:ext uri="{FF2B5EF4-FFF2-40B4-BE49-F238E27FC236}">
                <a16:creationId xmlns:a16="http://schemas.microsoft.com/office/drawing/2014/main" id="{2828D450-B069-4D65-AD01-2839E13FE0F5}"/>
              </a:ext>
            </a:extLst>
          </p:cNvPr>
          <p:cNvSpPr>
            <a:spLocks noGrp="1"/>
          </p:cNvSpPr>
          <p:nvPr/>
        </p:nvSpPr>
        <p:spPr>
          <a:xfrm>
            <a:off x="1599999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67" name="full-60">
            <a:extLst>
              <a:ext uri="{FF2B5EF4-FFF2-40B4-BE49-F238E27FC236}">
                <a16:creationId xmlns:a16="http://schemas.microsoft.com/office/drawing/2014/main" id="{BB4CE22A-059D-42A7-9294-38BDF026EBC6}"/>
              </a:ext>
            </a:extLst>
          </p:cNvPr>
          <p:cNvSpPr>
            <a:spLocks noGrp="1"/>
          </p:cNvSpPr>
          <p:nvPr/>
        </p:nvSpPr>
        <p:spPr>
          <a:xfrm rot="5400000">
            <a:off x="177135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69" name="full-61">
            <a:extLst>
              <a:ext uri="{FF2B5EF4-FFF2-40B4-BE49-F238E27FC236}">
                <a16:creationId xmlns:a16="http://schemas.microsoft.com/office/drawing/2014/main" id="{BA66F73D-34F4-4F0C-9337-1CB852D1BAB3}"/>
              </a:ext>
            </a:extLst>
          </p:cNvPr>
          <p:cNvSpPr>
            <a:spLocks noGrp="1"/>
          </p:cNvSpPr>
          <p:nvPr/>
        </p:nvSpPr>
        <p:spPr>
          <a:xfrm>
            <a:off x="11430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70" name="full-62">
            <a:extLst>
              <a:ext uri="{FF2B5EF4-FFF2-40B4-BE49-F238E27FC236}">
                <a16:creationId xmlns:a16="http://schemas.microsoft.com/office/drawing/2014/main" id="{2282DFFE-0AF1-4537-8C4D-FEB7D3A3D1D1}"/>
              </a:ext>
            </a:extLst>
          </p:cNvPr>
          <p:cNvSpPr>
            <a:spLocks noGrp="1"/>
          </p:cNvSpPr>
          <p:nvPr/>
        </p:nvSpPr>
        <p:spPr>
          <a:xfrm>
            <a:off x="2333625" y="5248275"/>
            <a:ext cx="33337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1" name="full-63">
            <a:extLst>
              <a:ext uri="{FF2B5EF4-FFF2-40B4-BE49-F238E27FC236}">
                <a16:creationId xmlns:a16="http://schemas.microsoft.com/office/drawing/2014/main" id="{B0481BE4-6914-4210-B826-A9E34C2BC3E1}"/>
              </a:ext>
            </a:extLst>
          </p:cNvPr>
          <p:cNvSpPr>
            <a:spLocks noGrp="1"/>
          </p:cNvSpPr>
          <p:nvPr/>
        </p:nvSpPr>
        <p:spPr>
          <a:xfrm rot="5400000">
            <a:off x="2628600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73" name="full-64">
            <a:extLst>
              <a:ext uri="{FF2B5EF4-FFF2-40B4-BE49-F238E27FC236}">
                <a16:creationId xmlns:a16="http://schemas.microsoft.com/office/drawing/2014/main" id="{7F93BA25-C148-4FD2-83EC-928358A14ACA}"/>
              </a:ext>
            </a:extLst>
          </p:cNvPr>
          <p:cNvSpPr>
            <a:spLocks noGrp="1"/>
          </p:cNvSpPr>
          <p:nvPr/>
        </p:nvSpPr>
        <p:spPr>
          <a:xfrm>
            <a:off x="1857375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p₃</a:t>
            </a:r>
          </a:p>
        </p:txBody>
      </p:sp>
      <p:sp>
        <p:nvSpPr>
          <p:cNvPr id="77" name="full-67">
            <a:extLst>
              <a:ext uri="{FF2B5EF4-FFF2-40B4-BE49-F238E27FC236}">
                <a16:creationId xmlns:a16="http://schemas.microsoft.com/office/drawing/2014/main" id="{C5738E38-527E-40CF-9201-7E8106C288FD}"/>
              </a:ext>
            </a:extLst>
          </p:cNvPr>
          <p:cNvSpPr>
            <a:spLocks noGrp="1"/>
          </p:cNvSpPr>
          <p:nvPr/>
        </p:nvSpPr>
        <p:spPr>
          <a:xfrm>
            <a:off x="2742900" y="536257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p₄</a:t>
            </a:r>
          </a:p>
        </p:txBody>
      </p:sp>
      <p:sp>
        <p:nvSpPr>
          <p:cNvPr id="78" name="full-68">
            <a:extLst>
              <a:ext uri="{FF2B5EF4-FFF2-40B4-BE49-F238E27FC236}">
                <a16:creationId xmlns:a16="http://schemas.microsoft.com/office/drawing/2014/main" id="{32C1E8E2-AF1E-4C8D-BFFB-2806CC6E9E1E}"/>
              </a:ext>
            </a:extLst>
          </p:cNvPr>
          <p:cNvSpPr>
            <a:spLocks noGrp="1"/>
          </p:cNvSpPr>
          <p:nvPr/>
        </p:nvSpPr>
        <p:spPr>
          <a:xfrm>
            <a:off x="3905250" y="5248275"/>
            <a:ext cx="3810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79" name="full-69">
            <a:extLst>
              <a:ext uri="{FF2B5EF4-FFF2-40B4-BE49-F238E27FC236}">
                <a16:creationId xmlns:a16="http://schemas.microsoft.com/office/drawing/2014/main" id="{B9DD465D-00BF-4505-9EE0-233ED3027FF6}"/>
              </a:ext>
            </a:extLst>
          </p:cNvPr>
          <p:cNvSpPr>
            <a:spLocks noGrp="1"/>
          </p:cNvSpPr>
          <p:nvPr/>
        </p:nvSpPr>
        <p:spPr>
          <a:xfrm rot="5400000">
            <a:off x="427672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1" name="full-70">
            <a:extLst>
              <a:ext uri="{FF2B5EF4-FFF2-40B4-BE49-F238E27FC236}">
                <a16:creationId xmlns:a16="http://schemas.microsoft.com/office/drawing/2014/main" id="{45E8AE67-746F-4D75-9438-6ACCD19385C1}"/>
              </a:ext>
            </a:extLst>
          </p:cNvPr>
          <p:cNvSpPr>
            <a:spLocks noGrp="1"/>
          </p:cNvSpPr>
          <p:nvPr/>
        </p:nvSpPr>
        <p:spPr>
          <a:xfrm>
            <a:off x="3533976" y="5381625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p₅</a:t>
            </a:r>
          </a:p>
        </p:txBody>
      </p:sp>
      <p:sp>
        <p:nvSpPr>
          <p:cNvPr id="82" name="full-71">
            <a:extLst>
              <a:ext uri="{FF2B5EF4-FFF2-40B4-BE49-F238E27FC236}">
                <a16:creationId xmlns:a16="http://schemas.microsoft.com/office/drawing/2014/main" id="{9C43D0ED-2BEE-4C6D-8E93-F96D8CFBCBBA}"/>
              </a:ext>
            </a:extLst>
          </p:cNvPr>
          <p:cNvSpPr>
            <a:spLocks noGrp="1"/>
          </p:cNvSpPr>
          <p:nvPr/>
        </p:nvSpPr>
        <p:spPr>
          <a:xfrm>
            <a:off x="4916000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83" name="full-72">
            <a:extLst>
              <a:ext uri="{FF2B5EF4-FFF2-40B4-BE49-F238E27FC236}">
                <a16:creationId xmlns:a16="http://schemas.microsoft.com/office/drawing/2014/main" id="{4BCD3C4C-75EC-49E8-AF39-A0CB478ECE7B}"/>
              </a:ext>
            </a:extLst>
          </p:cNvPr>
          <p:cNvSpPr>
            <a:spLocks noGrp="1"/>
          </p:cNvSpPr>
          <p:nvPr/>
        </p:nvSpPr>
        <p:spPr>
          <a:xfrm rot="5400000">
            <a:off x="5096975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85" name="full-73">
            <a:extLst>
              <a:ext uri="{FF2B5EF4-FFF2-40B4-BE49-F238E27FC236}">
                <a16:creationId xmlns:a16="http://schemas.microsoft.com/office/drawing/2014/main" id="{4A3C30A7-B69B-404B-B5F1-04DAAC3B1877}"/>
              </a:ext>
            </a:extLst>
          </p:cNvPr>
          <p:cNvSpPr>
            <a:spLocks noGrp="1"/>
          </p:cNvSpPr>
          <p:nvPr/>
        </p:nvSpPr>
        <p:spPr>
          <a:xfrm>
            <a:off x="4458201" y="5362573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p₆</a:t>
            </a:r>
          </a:p>
        </p:txBody>
      </p:sp>
      <p:sp>
        <p:nvSpPr>
          <p:cNvPr id="87" name="full-74">
            <a:extLst>
              <a:ext uri="{FF2B5EF4-FFF2-40B4-BE49-F238E27FC236}">
                <a16:creationId xmlns:a16="http://schemas.microsoft.com/office/drawing/2014/main" id="{FAE4D252-3CFF-4989-9EB2-17AEC9EAEB4B}"/>
              </a:ext>
            </a:extLst>
          </p:cNvPr>
          <p:cNvSpPr>
            <a:spLocks noGrp="1"/>
          </p:cNvSpPr>
          <p:nvPr/>
        </p:nvSpPr>
        <p:spPr>
          <a:xfrm>
            <a:off x="5219700" y="5353051"/>
            <a:ext cx="4762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2100"/>
            </a:defPPr>
            <a:lvl1pPr algn="ctr">
              <a:defRPr sz="2100"/>
            </a:lvl1pPr>
            <a:lvl2pPr algn="ctr">
              <a:defRPr sz="2100"/>
            </a:lvl2pPr>
            <a:lvl3pPr algn="ctr">
              <a:defRPr sz="2100"/>
            </a:lvl3pPr>
            <a:lvl4pPr algn="ctr">
              <a:defRPr sz="2100"/>
            </a:lvl4pPr>
            <a:lvl5pPr algn="ctr">
              <a:defRPr sz="2100"/>
            </a:lvl5pPr>
            <a:lvl6pPr algn="ctr">
              <a:defRPr sz="2100"/>
            </a:lvl6pPr>
            <a:lvl7pPr algn="ctr">
              <a:defRPr sz="2100"/>
            </a:lvl7pPr>
            <a:lvl8pPr algn="ctr">
              <a:defRPr sz="2100"/>
            </a:lvl8pPr>
            <a:lvl9pPr algn="ctr">
              <a:defRPr sz="2100"/>
            </a:lvl9pPr>
          </a:lstStyle>
          <a:p>
            <a:pPr algn="ctr">
              <a:defRPr sz="2100"/>
            </a:pPr>
            <a:r>
              <a:rPr sz="2100" b="0" dirty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p₇</a:t>
            </a:r>
          </a:p>
        </p:txBody>
      </p:sp>
      <p:sp>
        <p:nvSpPr>
          <p:cNvPr id="88" name="full-75">
            <a:extLst>
              <a:ext uri="{FF2B5EF4-FFF2-40B4-BE49-F238E27FC236}">
                <a16:creationId xmlns:a16="http://schemas.microsoft.com/office/drawing/2014/main" id="{1F8DE7F6-49A2-4907-961C-0B554018DC59}"/>
              </a:ext>
            </a:extLst>
          </p:cNvPr>
          <p:cNvSpPr>
            <a:spLocks noGrp="1"/>
          </p:cNvSpPr>
          <p:nvPr/>
        </p:nvSpPr>
        <p:spPr>
          <a:xfrm>
            <a:off x="429427" y="6142021"/>
            <a:ext cx="4933950" cy="0"/>
          </a:xfrm>
          <a:prstGeom prst="line">
            <a:avLst/>
          </a:prstGeom>
          <a:noFill/>
          <a:ln w="15240">
            <a:solidFill>
              <a:srgbClr val="29486E"/>
            </a:solidFill>
            <a:prstDash val="solid"/>
          </a:ln>
        </p:spPr>
      </p:sp>
      <p:sp>
        <p:nvSpPr>
          <p:cNvPr id="89" name="full-76">
            <a:extLst>
              <a:ext uri="{FF2B5EF4-FFF2-40B4-BE49-F238E27FC236}">
                <a16:creationId xmlns:a16="http://schemas.microsoft.com/office/drawing/2014/main" id="{C523F868-D7BC-4D56-8CB8-7C844E43846A}"/>
              </a:ext>
            </a:extLst>
          </p:cNvPr>
          <p:cNvSpPr>
            <a:spLocks noGrp="1"/>
          </p:cNvSpPr>
          <p:nvPr/>
        </p:nvSpPr>
        <p:spPr>
          <a:xfrm rot="5400000">
            <a:off x="5334601" y="6081611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90" name="full-77">
            <a:extLst>
              <a:ext uri="{FF2B5EF4-FFF2-40B4-BE49-F238E27FC236}">
                <a16:creationId xmlns:a16="http://schemas.microsoft.com/office/drawing/2014/main" id="{36539C9D-369C-470F-8F6E-CDF68EABB653}"/>
              </a:ext>
            </a:extLst>
          </p:cNvPr>
          <p:cNvSpPr>
            <a:spLocks noGrp="1"/>
          </p:cNvSpPr>
          <p:nvPr/>
        </p:nvSpPr>
        <p:spPr>
          <a:xfrm>
            <a:off x="5038725" y="6362700"/>
            <a:ext cx="8001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时间</a:t>
            </a:r>
            <a:r>
              <a:rPr sz="1650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 t</a:t>
            </a:r>
          </a:p>
        </p:txBody>
      </p:sp>
      <p:sp>
        <p:nvSpPr>
          <p:cNvPr id="91" name="full-78">
            <a:extLst>
              <a:ext uri="{FF2B5EF4-FFF2-40B4-BE49-F238E27FC236}">
                <a16:creationId xmlns:a16="http://schemas.microsoft.com/office/drawing/2014/main" id="{785C13C9-F4DF-4E97-A677-0243118696FB}"/>
              </a:ext>
            </a:extLst>
          </p:cNvPr>
          <p:cNvSpPr>
            <a:spLocks noGrp="1"/>
          </p:cNvSpPr>
          <p:nvPr/>
        </p:nvSpPr>
        <p:spPr>
          <a:xfrm>
            <a:off x="323850" y="6753225"/>
            <a:ext cx="5486400" cy="0"/>
          </a:xfrm>
          <a:prstGeom prst="line">
            <a:avLst/>
          </a:prstGeom>
          <a:noFill/>
          <a:ln w="9525">
            <a:solidFill>
              <a:srgbClr val="D4E0EC"/>
            </a:solidFill>
            <a:prstDash val="solid"/>
          </a:ln>
        </p:spPr>
      </p:sp>
      <p:sp>
        <p:nvSpPr>
          <p:cNvPr id="92" name="full-79">
            <a:extLst>
              <a:ext uri="{FF2B5EF4-FFF2-40B4-BE49-F238E27FC236}">
                <a16:creationId xmlns:a16="http://schemas.microsoft.com/office/drawing/2014/main" id="{7DF6D656-07B3-4A2B-9A35-2BB911F4C6A6}"/>
              </a:ext>
            </a:extLst>
          </p:cNvPr>
          <p:cNvSpPr>
            <a:spLocks noGrp="1"/>
          </p:cNvSpPr>
          <p:nvPr/>
        </p:nvSpPr>
        <p:spPr>
          <a:xfrm>
            <a:off x="-128588" y="6838950"/>
            <a:ext cx="5591175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(3) 每个报文的节点特征（7维）</a:t>
            </a:r>
          </a:p>
        </p:txBody>
      </p:sp>
      <p:sp>
        <p:nvSpPr>
          <p:cNvPr id="93" name="full-80">
            <a:extLst>
              <a:ext uri="{FF2B5EF4-FFF2-40B4-BE49-F238E27FC236}">
                <a16:creationId xmlns:a16="http://schemas.microsoft.com/office/drawing/2014/main" id="{6023E7F6-1E87-407B-A6B1-F4CAC570AA32}"/>
              </a:ext>
            </a:extLst>
          </p:cNvPr>
          <p:cNvSpPr>
            <a:spLocks noGrp="1"/>
          </p:cNvSpPr>
          <p:nvPr/>
        </p:nvSpPr>
        <p:spPr>
          <a:xfrm>
            <a:off x="3238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FF3F0"/>
              </a:gs>
              <a:gs pos="100000">
                <a:srgbClr val="FFF0E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4" name="full-81">
            <a:extLst>
              <a:ext uri="{FF2B5EF4-FFF2-40B4-BE49-F238E27FC236}">
                <a16:creationId xmlns:a16="http://schemas.microsoft.com/office/drawing/2014/main" id="{EEBC6C56-E77A-45D3-9089-65AE2B191190}"/>
              </a:ext>
            </a:extLst>
          </p:cNvPr>
          <p:cNvSpPr>
            <a:spLocks noGrp="1"/>
          </p:cNvSpPr>
          <p:nvPr/>
        </p:nvSpPr>
        <p:spPr>
          <a:xfrm>
            <a:off x="3333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方向</a:t>
            </a:r>
          </a:p>
        </p:txBody>
      </p:sp>
      <p:sp>
        <p:nvSpPr>
          <p:cNvPr id="95" name="full-82">
            <a:extLst>
              <a:ext uri="{FF2B5EF4-FFF2-40B4-BE49-F238E27FC236}">
                <a16:creationId xmlns:a16="http://schemas.microsoft.com/office/drawing/2014/main" id="{B6E09ADA-0BD9-4319-902E-A3D6D1AB6AC7}"/>
              </a:ext>
            </a:extLst>
          </p:cNvPr>
          <p:cNvSpPr>
            <a:spLocks noGrp="1"/>
          </p:cNvSpPr>
          <p:nvPr/>
        </p:nvSpPr>
        <p:spPr>
          <a:xfrm>
            <a:off x="11049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F"/>
              </a:gs>
              <a:gs pos="100000">
                <a:srgbClr val="EFF7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6" name="full-83">
            <a:extLst>
              <a:ext uri="{FF2B5EF4-FFF2-40B4-BE49-F238E27FC236}">
                <a16:creationId xmlns:a16="http://schemas.microsoft.com/office/drawing/2014/main" id="{3567E2EB-D779-4AFE-92A0-2B25E88FDF0D}"/>
              </a:ext>
            </a:extLst>
          </p:cNvPr>
          <p:cNvSpPr>
            <a:spLocks noGrp="1"/>
          </p:cNvSpPr>
          <p:nvPr/>
        </p:nvSpPr>
        <p:spPr>
          <a:xfrm>
            <a:off x="11144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报文</a:t>
            </a:r>
            <a:b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长度</a:t>
            </a:r>
          </a:p>
        </p:txBody>
      </p:sp>
      <p:sp>
        <p:nvSpPr>
          <p:cNvPr id="97" name="full-84">
            <a:extLst>
              <a:ext uri="{FF2B5EF4-FFF2-40B4-BE49-F238E27FC236}">
                <a16:creationId xmlns:a16="http://schemas.microsoft.com/office/drawing/2014/main" id="{9B45DE08-6DEB-4776-ADE8-6449D059E6A9}"/>
              </a:ext>
            </a:extLst>
          </p:cNvPr>
          <p:cNvSpPr>
            <a:spLocks noGrp="1"/>
          </p:cNvSpPr>
          <p:nvPr/>
        </p:nvSpPr>
        <p:spPr>
          <a:xfrm>
            <a:off x="18859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0F9F9"/>
              </a:gs>
              <a:gs pos="100000">
                <a:srgbClr val="ECF8F8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98" name="full-85">
            <a:extLst>
              <a:ext uri="{FF2B5EF4-FFF2-40B4-BE49-F238E27FC236}">
                <a16:creationId xmlns:a16="http://schemas.microsoft.com/office/drawing/2014/main" id="{5178793B-49E8-49A2-945D-672357072F43}"/>
              </a:ext>
            </a:extLst>
          </p:cNvPr>
          <p:cNvSpPr>
            <a:spLocks noGrp="1"/>
          </p:cNvSpPr>
          <p:nvPr/>
        </p:nvSpPr>
        <p:spPr>
          <a:xfrm>
            <a:off x="18954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相对</a:t>
            </a:r>
            <a:b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时间差</a:t>
            </a:r>
          </a:p>
        </p:txBody>
      </p:sp>
      <p:sp>
        <p:nvSpPr>
          <p:cNvPr id="99" name="full-86">
            <a:extLst>
              <a:ext uri="{FF2B5EF4-FFF2-40B4-BE49-F238E27FC236}">
                <a16:creationId xmlns:a16="http://schemas.microsoft.com/office/drawing/2014/main" id="{A6452628-07E7-4274-A790-2B2A5EB3BE3C}"/>
              </a:ext>
            </a:extLst>
          </p:cNvPr>
          <p:cNvSpPr>
            <a:spLocks noGrp="1"/>
          </p:cNvSpPr>
          <p:nvPr/>
        </p:nvSpPr>
        <p:spPr>
          <a:xfrm>
            <a:off x="26670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7FF"/>
              </a:gs>
              <a:gs pos="100000">
                <a:srgbClr val="EFF5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0" name="full-87">
            <a:extLst>
              <a:ext uri="{FF2B5EF4-FFF2-40B4-BE49-F238E27FC236}">
                <a16:creationId xmlns:a16="http://schemas.microsoft.com/office/drawing/2014/main" id="{445E2F96-858E-4E29-9DEC-5DE84F60AB64}"/>
              </a:ext>
            </a:extLst>
          </p:cNvPr>
          <p:cNvSpPr>
            <a:spLocks noGrp="1"/>
          </p:cNvSpPr>
          <p:nvPr/>
        </p:nvSpPr>
        <p:spPr>
          <a:xfrm>
            <a:off x="26765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350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报文数</a:t>
            </a:r>
            <a:endParaRPr sz="1350" b="0" dirty="0">
              <a:solidFill>
                <a:srgbClr val="182C49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01" name="full-88">
            <a:extLst>
              <a:ext uri="{FF2B5EF4-FFF2-40B4-BE49-F238E27FC236}">
                <a16:creationId xmlns:a16="http://schemas.microsoft.com/office/drawing/2014/main" id="{27123710-4629-489A-A83F-CF9BD20DE3E8}"/>
              </a:ext>
            </a:extLst>
          </p:cNvPr>
          <p:cNvSpPr>
            <a:spLocks noGrp="1"/>
          </p:cNvSpPr>
          <p:nvPr/>
        </p:nvSpPr>
        <p:spPr>
          <a:xfrm>
            <a:off x="34480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4F5FF"/>
              </a:gs>
              <a:gs pos="100000">
                <a:srgbClr val="F1F2FF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2" name="full-89">
            <a:extLst>
              <a:ext uri="{FF2B5EF4-FFF2-40B4-BE49-F238E27FC236}">
                <a16:creationId xmlns:a16="http://schemas.microsoft.com/office/drawing/2014/main" id="{87F1ACDA-46FE-4827-8295-FCA090A22D80}"/>
              </a:ext>
            </a:extLst>
          </p:cNvPr>
          <p:cNvSpPr>
            <a:spLocks noGrp="1"/>
          </p:cNvSpPr>
          <p:nvPr/>
        </p:nvSpPr>
        <p:spPr>
          <a:xfrm>
            <a:off x="34575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burst</a:t>
            </a:r>
            <a:br>
              <a:rPr sz="1350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350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总字节数</a:t>
            </a:r>
            <a:endParaRPr sz="1350" b="0" dirty="0">
              <a:solidFill>
                <a:srgbClr val="182C49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03" name="full-90">
            <a:extLst>
              <a:ext uri="{FF2B5EF4-FFF2-40B4-BE49-F238E27FC236}">
                <a16:creationId xmlns:a16="http://schemas.microsoft.com/office/drawing/2014/main" id="{6DB30DB5-391B-4078-B237-CC9907644937}"/>
              </a:ext>
            </a:extLst>
          </p:cNvPr>
          <p:cNvSpPr>
            <a:spLocks noGrp="1"/>
          </p:cNvSpPr>
          <p:nvPr/>
        </p:nvSpPr>
        <p:spPr>
          <a:xfrm>
            <a:off x="422910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2F9FD"/>
              </a:gs>
              <a:gs pos="100000">
                <a:srgbClr val="EFF8FC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4" name="full-91">
            <a:extLst>
              <a:ext uri="{FF2B5EF4-FFF2-40B4-BE49-F238E27FC236}">
                <a16:creationId xmlns:a16="http://schemas.microsoft.com/office/drawing/2014/main" id="{EF76932F-2DC7-41AB-A3A7-8D6743C09C8D}"/>
              </a:ext>
            </a:extLst>
          </p:cNvPr>
          <p:cNvSpPr>
            <a:spLocks noGrp="1"/>
          </p:cNvSpPr>
          <p:nvPr/>
        </p:nvSpPr>
        <p:spPr>
          <a:xfrm>
            <a:off x="423862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报文数比</a:t>
            </a:r>
          </a:p>
        </p:txBody>
      </p:sp>
      <p:sp>
        <p:nvSpPr>
          <p:cNvPr id="105" name="full-92">
            <a:extLst>
              <a:ext uri="{FF2B5EF4-FFF2-40B4-BE49-F238E27FC236}">
                <a16:creationId xmlns:a16="http://schemas.microsoft.com/office/drawing/2014/main" id="{F701A1CA-1388-4665-89EC-76459621B0C2}"/>
              </a:ext>
            </a:extLst>
          </p:cNvPr>
          <p:cNvSpPr>
            <a:spLocks noGrp="1"/>
          </p:cNvSpPr>
          <p:nvPr/>
        </p:nvSpPr>
        <p:spPr>
          <a:xfrm>
            <a:off x="5010150" y="7410450"/>
            <a:ext cx="723900" cy="12573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1F9F4"/>
              </a:gs>
              <a:gs pos="100000">
                <a:srgbClr val="EEF7F1"/>
              </a:gs>
            </a:gsLst>
            <a:lin ang="5400000" scaled="0"/>
          </a:gradFill>
          <a:ln w="6668">
            <a:solidFill>
              <a:srgbClr val="D6E3EE"/>
            </a:solidFill>
            <a:prstDash val="solid"/>
          </a:ln>
        </p:spPr>
      </p:sp>
      <p:sp>
        <p:nvSpPr>
          <p:cNvPr id="106" name="full-93">
            <a:extLst>
              <a:ext uri="{FF2B5EF4-FFF2-40B4-BE49-F238E27FC236}">
                <a16:creationId xmlns:a16="http://schemas.microsoft.com/office/drawing/2014/main" id="{71C4EACB-323B-436C-924C-EE9EADA0BA03}"/>
              </a:ext>
            </a:extLst>
          </p:cNvPr>
          <p:cNvSpPr>
            <a:spLocks noGrp="1"/>
          </p:cNvSpPr>
          <p:nvPr/>
        </p:nvSpPr>
        <p:spPr>
          <a:xfrm>
            <a:off x="5019675" y="7524750"/>
            <a:ext cx="70485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字节数比</a:t>
            </a:r>
          </a:p>
        </p:txBody>
      </p:sp>
      <p:sp>
        <p:nvSpPr>
          <p:cNvPr id="107" name="full-94">
            <a:extLst>
              <a:ext uri="{FF2B5EF4-FFF2-40B4-BE49-F238E27FC236}">
                <a16:creationId xmlns:a16="http://schemas.microsoft.com/office/drawing/2014/main" id="{58AEB2BC-CD69-45F1-8E42-B4D03839A927}"/>
              </a:ext>
            </a:extLst>
          </p:cNvPr>
          <p:cNvSpPr>
            <a:spLocks noGrp="1"/>
          </p:cNvSpPr>
          <p:nvPr/>
        </p:nvSpPr>
        <p:spPr>
          <a:xfrm>
            <a:off x="581025" y="8181975"/>
            <a:ext cx="0" cy="285750"/>
          </a:xfrm>
          <a:prstGeom prst="line">
            <a:avLst/>
          </a:prstGeom>
          <a:noFill/>
          <a:ln w="25718">
            <a:solidFill>
              <a:srgbClr val="2474BD"/>
            </a:solidFill>
            <a:prstDash val="solid"/>
          </a:ln>
        </p:spPr>
      </p:sp>
      <p:sp>
        <p:nvSpPr>
          <p:cNvPr id="108" name="full-95">
            <a:extLst>
              <a:ext uri="{FF2B5EF4-FFF2-40B4-BE49-F238E27FC236}">
                <a16:creationId xmlns:a16="http://schemas.microsoft.com/office/drawing/2014/main" id="{6B3A3897-30E8-4C95-B11D-8ADAC6818A18}"/>
              </a:ext>
            </a:extLst>
          </p:cNvPr>
          <p:cNvSpPr>
            <a:spLocks noGrp="1"/>
          </p:cNvSpPr>
          <p:nvPr/>
        </p:nvSpPr>
        <p:spPr>
          <a:xfrm>
            <a:off x="523875" y="8077200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109" name="full-96">
            <a:extLst>
              <a:ext uri="{FF2B5EF4-FFF2-40B4-BE49-F238E27FC236}">
                <a16:creationId xmlns:a16="http://schemas.microsoft.com/office/drawing/2014/main" id="{BB22AD5A-76EC-4CBC-B9BB-2AE39C256C99}"/>
              </a:ext>
            </a:extLst>
          </p:cNvPr>
          <p:cNvSpPr>
            <a:spLocks noGrp="1"/>
          </p:cNvSpPr>
          <p:nvPr/>
        </p:nvSpPr>
        <p:spPr>
          <a:xfrm>
            <a:off x="781050" y="8115300"/>
            <a:ext cx="0" cy="295275"/>
          </a:xfrm>
          <a:prstGeom prst="line">
            <a:avLst/>
          </a:prstGeom>
          <a:noFill/>
          <a:ln w="25718">
            <a:solidFill>
              <a:srgbClr val="C95148"/>
            </a:solidFill>
            <a:prstDash val="solid"/>
          </a:ln>
        </p:spPr>
      </p:sp>
      <p:sp>
        <p:nvSpPr>
          <p:cNvPr id="110" name="full-97">
            <a:extLst>
              <a:ext uri="{FF2B5EF4-FFF2-40B4-BE49-F238E27FC236}">
                <a16:creationId xmlns:a16="http://schemas.microsoft.com/office/drawing/2014/main" id="{394580A9-2F2D-4E83-9A48-CBCAFDB5A3F3}"/>
              </a:ext>
            </a:extLst>
          </p:cNvPr>
          <p:cNvSpPr>
            <a:spLocks noGrp="1"/>
          </p:cNvSpPr>
          <p:nvPr/>
        </p:nvSpPr>
        <p:spPr>
          <a:xfrm rot="10800000">
            <a:off x="723900" y="8401050"/>
            <a:ext cx="114300" cy="114300"/>
          </a:xfrm>
          <a:prstGeom prst="triangle">
            <a:avLst/>
          </a:prstGeom>
          <a:solidFill>
            <a:srgbClr val="C95148"/>
          </a:solidFill>
          <a:ln w="9525">
            <a:noFill/>
            <a:prstDash val="solid"/>
          </a:ln>
        </p:spPr>
      </p:sp>
      <p:sp>
        <p:nvSpPr>
          <p:cNvPr id="119" name="full-106">
            <a:extLst>
              <a:ext uri="{FF2B5EF4-FFF2-40B4-BE49-F238E27FC236}">
                <a16:creationId xmlns:a16="http://schemas.microsoft.com/office/drawing/2014/main" id="{FA555A88-8D8B-4B0C-BE26-0A38DAFC4A28}"/>
              </a:ext>
            </a:extLst>
          </p:cNvPr>
          <p:cNvSpPr>
            <a:spLocks noGrp="1"/>
          </p:cNvSpPr>
          <p:nvPr/>
        </p:nvSpPr>
        <p:spPr>
          <a:xfrm>
            <a:off x="3694430" y="8286750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0" name="full-107">
            <a:extLst>
              <a:ext uri="{FF2B5EF4-FFF2-40B4-BE49-F238E27FC236}">
                <a16:creationId xmlns:a16="http://schemas.microsoft.com/office/drawing/2014/main" id="{AF80C4BF-552E-4E9C-AB8E-76DC97DA7D28}"/>
              </a:ext>
            </a:extLst>
          </p:cNvPr>
          <p:cNvSpPr>
            <a:spLocks noGrp="1"/>
          </p:cNvSpPr>
          <p:nvPr/>
        </p:nvSpPr>
        <p:spPr>
          <a:xfrm>
            <a:off x="3699510" y="8267700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21" name="full-108">
            <a:extLst>
              <a:ext uri="{FF2B5EF4-FFF2-40B4-BE49-F238E27FC236}">
                <a16:creationId xmlns:a16="http://schemas.microsoft.com/office/drawing/2014/main" id="{DEC8995E-6EB1-4D61-9944-77C92D29BA65}"/>
              </a:ext>
            </a:extLst>
          </p:cNvPr>
          <p:cNvSpPr>
            <a:spLocks noGrp="1"/>
          </p:cNvSpPr>
          <p:nvPr/>
        </p:nvSpPr>
        <p:spPr>
          <a:xfrm>
            <a:off x="3694430" y="8201025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2" name="full-109">
            <a:extLst>
              <a:ext uri="{FF2B5EF4-FFF2-40B4-BE49-F238E27FC236}">
                <a16:creationId xmlns:a16="http://schemas.microsoft.com/office/drawing/2014/main" id="{5FF3A844-4BD2-4723-98E4-5B64F184A3E4}"/>
              </a:ext>
            </a:extLst>
          </p:cNvPr>
          <p:cNvSpPr>
            <a:spLocks noGrp="1"/>
          </p:cNvSpPr>
          <p:nvPr/>
        </p:nvSpPr>
        <p:spPr>
          <a:xfrm>
            <a:off x="3694430" y="8181975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23" name="full-110">
            <a:extLst>
              <a:ext uri="{FF2B5EF4-FFF2-40B4-BE49-F238E27FC236}">
                <a16:creationId xmlns:a16="http://schemas.microsoft.com/office/drawing/2014/main" id="{32FDDE74-C6FD-4DBA-8FE5-D1A7FE90B9FB}"/>
              </a:ext>
            </a:extLst>
          </p:cNvPr>
          <p:cNvSpPr>
            <a:spLocks noGrp="1"/>
          </p:cNvSpPr>
          <p:nvPr/>
        </p:nvSpPr>
        <p:spPr>
          <a:xfrm>
            <a:off x="3694430" y="8115300"/>
            <a:ext cx="285750" cy="1428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B7E0"/>
              </a:gs>
              <a:gs pos="100000">
                <a:srgbClr val="77A5D8"/>
              </a:gs>
            </a:gsLst>
            <a:lin ang="5400000" scaled="0"/>
          </a:gradFill>
          <a:ln w="9525">
            <a:solidFill>
              <a:srgbClr val="255D9B"/>
            </a:solidFill>
            <a:prstDash val="solid"/>
          </a:ln>
        </p:spPr>
      </p:sp>
      <p:sp>
        <p:nvSpPr>
          <p:cNvPr id="124" name="full-111">
            <a:extLst>
              <a:ext uri="{FF2B5EF4-FFF2-40B4-BE49-F238E27FC236}">
                <a16:creationId xmlns:a16="http://schemas.microsoft.com/office/drawing/2014/main" id="{68CA37BC-C38E-4860-9AF3-72ED281DE97A}"/>
              </a:ext>
            </a:extLst>
          </p:cNvPr>
          <p:cNvSpPr>
            <a:spLocks noGrp="1"/>
          </p:cNvSpPr>
          <p:nvPr/>
        </p:nvSpPr>
        <p:spPr>
          <a:xfrm>
            <a:off x="3694430" y="8096250"/>
            <a:ext cx="285750" cy="85725"/>
          </a:xfrm>
          <a:prstGeom prst="ellipse">
            <a:avLst/>
          </a:prstGeom>
          <a:solidFill>
            <a:srgbClr val="9EC3E9"/>
          </a:solidFill>
          <a:ln w="9525">
            <a:solidFill>
              <a:srgbClr val="255D9B"/>
            </a:solidFill>
            <a:prstDash val="solid"/>
          </a:ln>
        </p:spPr>
      </p:sp>
      <p:sp>
        <p:nvSpPr>
          <p:cNvPr id="135" name="full-122">
            <a:extLst>
              <a:ext uri="{FF2B5EF4-FFF2-40B4-BE49-F238E27FC236}">
                <a16:creationId xmlns:a16="http://schemas.microsoft.com/office/drawing/2014/main" id="{B6D5B5C2-B96E-450E-8557-FD279085F121}"/>
              </a:ext>
            </a:extLst>
          </p:cNvPr>
          <p:cNvSpPr>
            <a:spLocks noGrp="1"/>
          </p:cNvSpPr>
          <p:nvPr/>
        </p:nvSpPr>
        <p:spPr>
          <a:xfrm>
            <a:off x="323850" y="8848725"/>
            <a:ext cx="5457825" cy="542925"/>
          </a:xfrm>
          <a:prstGeom prst="roundRect">
            <a:avLst>
              <a:gd name="adj" fmla="val 21053"/>
            </a:avLst>
          </a:prstGeom>
          <a:gradFill rotWithShape="1">
            <a:gsLst>
              <a:gs pos="0">
                <a:srgbClr val="F3F8FC"/>
              </a:gs>
              <a:gs pos="100000">
                <a:srgbClr val="F0F6FB"/>
              </a:gs>
            </a:gsLst>
            <a:lin ang="5400000" scaled="0"/>
          </a:gradFill>
          <a:ln w="8573">
            <a:solidFill>
              <a:srgbClr val="C3D8EB"/>
            </a:solidFill>
            <a:prstDash val="solid"/>
          </a:ln>
        </p:spPr>
      </p:sp>
      <p:sp>
        <p:nvSpPr>
          <p:cNvPr id="136" name="full-123">
            <a:extLst>
              <a:ext uri="{FF2B5EF4-FFF2-40B4-BE49-F238E27FC236}">
                <a16:creationId xmlns:a16="http://schemas.microsoft.com/office/drawing/2014/main" id="{8724FB27-DE53-43EF-864E-FF5A9F5965A7}"/>
              </a:ext>
            </a:extLst>
          </p:cNvPr>
          <p:cNvSpPr>
            <a:spLocks noGrp="1"/>
          </p:cNvSpPr>
          <p:nvPr/>
        </p:nvSpPr>
        <p:spPr>
          <a:xfrm>
            <a:off x="428625" y="8915400"/>
            <a:ext cx="523875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连续同方向报文构成一个</a:t>
            </a:r>
            <a:r>
              <a:rPr sz="1725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 burst；</a:t>
            </a:r>
            <a:br>
              <a:rPr sz="1725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725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构图取前</a:t>
            </a:r>
            <a:r>
              <a:rPr sz="1725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 min(30, nₓ) </a:t>
            </a:r>
            <a:r>
              <a:rPr sz="1725" b="0" dirty="0" err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个报文</a:t>
            </a:r>
            <a:r>
              <a:rPr sz="1725" b="0" dirty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37" name="full-124">
            <a:extLst>
              <a:ext uri="{FF2B5EF4-FFF2-40B4-BE49-F238E27FC236}">
                <a16:creationId xmlns:a16="http://schemas.microsoft.com/office/drawing/2014/main" id="{E8E8D6B5-C11C-411F-9A6B-46C3F86D1F7C}"/>
              </a:ext>
            </a:extLst>
          </p:cNvPr>
          <p:cNvSpPr>
            <a:spLocks noGrp="1"/>
          </p:cNvSpPr>
          <p:nvPr/>
        </p:nvSpPr>
        <p:spPr>
          <a:xfrm rot="633502">
            <a:off x="6229786" y="1632636"/>
            <a:ext cx="1709847" cy="2969776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38" name="full-125">
            <a:extLst>
              <a:ext uri="{FF2B5EF4-FFF2-40B4-BE49-F238E27FC236}">
                <a16:creationId xmlns:a16="http://schemas.microsoft.com/office/drawing/2014/main" id="{8BFDC824-6E1E-4C87-A156-5EC0BA413BF7}"/>
              </a:ext>
            </a:extLst>
          </p:cNvPr>
          <p:cNvSpPr>
            <a:spLocks noGrp="1"/>
          </p:cNvSpPr>
          <p:nvPr/>
        </p:nvSpPr>
        <p:spPr>
          <a:xfrm rot="10238412">
            <a:off x="7863988" y="2109208"/>
            <a:ext cx="1891755" cy="3136092"/>
          </a:xfrm>
          <a:prstGeom prst="ellipse">
            <a:avLst/>
          </a:prstGeom>
          <a:solidFill>
            <a:srgbClr val="FFF0ED"/>
          </a:solidFill>
          <a:ln w="8573">
            <a:solidFill>
              <a:srgbClr val="EDAAA2"/>
            </a:solidFill>
            <a:prstDash val="dash"/>
          </a:ln>
        </p:spPr>
      </p:sp>
      <p:sp>
        <p:nvSpPr>
          <p:cNvPr id="139" name="full-126">
            <a:extLst>
              <a:ext uri="{FF2B5EF4-FFF2-40B4-BE49-F238E27FC236}">
                <a16:creationId xmlns:a16="http://schemas.microsoft.com/office/drawing/2014/main" id="{7ACE7353-3B0A-4195-AC70-3DA613AC5A29}"/>
              </a:ext>
            </a:extLst>
          </p:cNvPr>
          <p:cNvSpPr>
            <a:spLocks noGrp="1"/>
          </p:cNvSpPr>
          <p:nvPr/>
        </p:nvSpPr>
        <p:spPr>
          <a:xfrm rot="19480570">
            <a:off x="9387422" y="1612368"/>
            <a:ext cx="1498268" cy="2310843"/>
          </a:xfrm>
          <a:prstGeom prst="ellipse">
            <a:avLst/>
          </a:prstGeom>
          <a:solidFill>
            <a:srgbClr val="EFF7FE"/>
          </a:solidFill>
          <a:ln w="8573">
            <a:solidFill>
              <a:srgbClr val="8CBCE8"/>
            </a:solidFill>
            <a:prstDash val="dash"/>
          </a:ln>
        </p:spPr>
      </p:sp>
      <p:sp>
        <p:nvSpPr>
          <p:cNvPr id="140" name="full-127">
            <a:extLst>
              <a:ext uri="{FF2B5EF4-FFF2-40B4-BE49-F238E27FC236}">
                <a16:creationId xmlns:a16="http://schemas.microsoft.com/office/drawing/2014/main" id="{4A3F1BA1-1215-435F-B032-40ED6C603F2F}"/>
              </a:ext>
            </a:extLst>
          </p:cNvPr>
          <p:cNvSpPr>
            <a:spLocks noGrp="1"/>
          </p:cNvSpPr>
          <p:nvPr/>
        </p:nvSpPr>
        <p:spPr>
          <a:xfrm>
            <a:off x="6334125" y="172402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SimSun"/>
                <a:ea typeface="SimSun"/>
                <a:cs typeface="SimSun"/>
              </a:rPr>
              <a:t>B₁（正向）</a:t>
            </a:r>
          </a:p>
        </p:txBody>
      </p:sp>
      <p:sp>
        <p:nvSpPr>
          <p:cNvPr id="141" name="full-128">
            <a:extLst>
              <a:ext uri="{FF2B5EF4-FFF2-40B4-BE49-F238E27FC236}">
                <a16:creationId xmlns:a16="http://schemas.microsoft.com/office/drawing/2014/main" id="{C3132DEF-ECBC-4978-895F-AD689A9C8F70}"/>
              </a:ext>
            </a:extLst>
          </p:cNvPr>
          <p:cNvSpPr>
            <a:spLocks noGrp="1"/>
          </p:cNvSpPr>
          <p:nvPr/>
        </p:nvSpPr>
        <p:spPr>
          <a:xfrm>
            <a:off x="9401175" y="1704975"/>
            <a:ext cx="16573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2474BD"/>
                </a:solidFill>
                <a:latin typeface="SimSun"/>
                <a:ea typeface="SimSun"/>
                <a:cs typeface="SimSun"/>
              </a:rPr>
              <a:t>B₃（正向）</a:t>
            </a:r>
          </a:p>
        </p:txBody>
      </p:sp>
      <p:sp>
        <p:nvSpPr>
          <p:cNvPr id="142" name="full-129">
            <a:extLst>
              <a:ext uri="{FF2B5EF4-FFF2-40B4-BE49-F238E27FC236}">
                <a16:creationId xmlns:a16="http://schemas.microsoft.com/office/drawing/2014/main" id="{176657C3-085B-44FC-B65F-8A1E88A66B0F}"/>
              </a:ext>
            </a:extLst>
          </p:cNvPr>
          <p:cNvSpPr>
            <a:spLocks noGrp="1"/>
          </p:cNvSpPr>
          <p:nvPr/>
        </p:nvSpPr>
        <p:spPr>
          <a:xfrm>
            <a:off x="7820025" y="5524500"/>
            <a:ext cx="17907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>
                <a:solidFill>
                  <a:srgbClr val="C95148"/>
                </a:solidFill>
                <a:latin typeface="SimSun"/>
                <a:ea typeface="SimSun"/>
                <a:cs typeface="SimSun"/>
              </a:rPr>
              <a:t>B₂（反向）</a:t>
            </a:r>
          </a:p>
        </p:txBody>
      </p:sp>
      <p:sp>
        <p:nvSpPr>
          <p:cNvPr id="143" name="node-1-129">
            <a:extLst>
              <a:ext uri="{FF2B5EF4-FFF2-40B4-BE49-F238E27FC236}">
                <a16:creationId xmlns:a16="http://schemas.microsoft.com/office/drawing/2014/main" id="{9093D7E6-6828-469C-91F4-CAC24BA885A1}"/>
              </a:ext>
            </a:extLst>
          </p:cNvPr>
          <p:cNvSpPr>
            <a:spLocks noGrp="1"/>
          </p:cNvSpPr>
          <p:nvPr/>
        </p:nvSpPr>
        <p:spPr>
          <a:xfrm>
            <a:off x="6705600" y="21336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144" name="node-2-129">
            <a:extLst>
              <a:ext uri="{FF2B5EF4-FFF2-40B4-BE49-F238E27FC236}">
                <a16:creationId xmlns:a16="http://schemas.microsoft.com/office/drawing/2014/main" id="{AA646A04-F853-43C6-8931-D77384DA3E7D}"/>
              </a:ext>
            </a:extLst>
          </p:cNvPr>
          <p:cNvSpPr>
            <a:spLocks noGrp="1"/>
          </p:cNvSpPr>
          <p:nvPr/>
        </p:nvSpPr>
        <p:spPr>
          <a:xfrm>
            <a:off x="6419850" y="30384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145" name="node-3-129">
            <a:extLst>
              <a:ext uri="{FF2B5EF4-FFF2-40B4-BE49-F238E27FC236}">
                <a16:creationId xmlns:a16="http://schemas.microsoft.com/office/drawing/2014/main" id="{545CAF93-5E5A-4E63-8B38-6783DD5E586C}"/>
              </a:ext>
            </a:extLst>
          </p:cNvPr>
          <p:cNvSpPr>
            <a:spLocks noGrp="1"/>
          </p:cNvSpPr>
          <p:nvPr/>
        </p:nvSpPr>
        <p:spPr>
          <a:xfrm>
            <a:off x="6991350" y="38004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p₃</a:t>
            </a:r>
          </a:p>
        </p:txBody>
      </p:sp>
      <p:sp>
        <p:nvSpPr>
          <p:cNvPr id="146" name="node-4-129">
            <a:extLst>
              <a:ext uri="{FF2B5EF4-FFF2-40B4-BE49-F238E27FC236}">
                <a16:creationId xmlns:a16="http://schemas.microsoft.com/office/drawing/2014/main" id="{1D4628C5-3E86-4570-83FD-2ACE904B95B7}"/>
              </a:ext>
            </a:extLst>
          </p:cNvPr>
          <p:cNvSpPr>
            <a:spLocks noGrp="1"/>
          </p:cNvSpPr>
          <p:nvPr/>
        </p:nvSpPr>
        <p:spPr>
          <a:xfrm>
            <a:off x="8039100" y="24193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p₄</a:t>
            </a:r>
          </a:p>
        </p:txBody>
      </p:sp>
      <p:sp>
        <p:nvSpPr>
          <p:cNvPr id="147" name="node-5-129">
            <a:extLst>
              <a:ext uri="{FF2B5EF4-FFF2-40B4-BE49-F238E27FC236}">
                <a16:creationId xmlns:a16="http://schemas.microsoft.com/office/drawing/2014/main" id="{1B09E5D8-E433-4EDF-8E15-AB7DDDB53E93}"/>
              </a:ext>
            </a:extLst>
          </p:cNvPr>
          <p:cNvSpPr>
            <a:spLocks noGrp="1"/>
          </p:cNvSpPr>
          <p:nvPr/>
        </p:nvSpPr>
        <p:spPr>
          <a:xfrm>
            <a:off x="8705850" y="4514850"/>
            <a:ext cx="495300" cy="49530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p₅</a:t>
            </a:r>
          </a:p>
        </p:txBody>
      </p:sp>
      <p:sp>
        <p:nvSpPr>
          <p:cNvPr id="148" name="node-6-129">
            <a:extLst>
              <a:ext uri="{FF2B5EF4-FFF2-40B4-BE49-F238E27FC236}">
                <a16:creationId xmlns:a16="http://schemas.microsoft.com/office/drawing/2014/main" id="{27726BCB-88B7-4020-8E3C-ED58DEE9B012}"/>
              </a:ext>
            </a:extLst>
          </p:cNvPr>
          <p:cNvSpPr>
            <a:spLocks noGrp="1"/>
          </p:cNvSpPr>
          <p:nvPr/>
        </p:nvSpPr>
        <p:spPr>
          <a:xfrm>
            <a:off x="9658350" y="2133600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p₆</a:t>
            </a:r>
          </a:p>
        </p:txBody>
      </p:sp>
      <p:sp>
        <p:nvSpPr>
          <p:cNvPr id="149" name="node-7-129">
            <a:extLst>
              <a:ext uri="{FF2B5EF4-FFF2-40B4-BE49-F238E27FC236}">
                <a16:creationId xmlns:a16="http://schemas.microsoft.com/office/drawing/2014/main" id="{52FE6BAC-64AA-4C25-929F-61318DAF682F}"/>
              </a:ext>
            </a:extLst>
          </p:cNvPr>
          <p:cNvSpPr>
            <a:spLocks noGrp="1"/>
          </p:cNvSpPr>
          <p:nvPr/>
        </p:nvSpPr>
        <p:spPr>
          <a:xfrm>
            <a:off x="10325100" y="3228975"/>
            <a:ext cx="495300" cy="49530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p₇</a:t>
            </a:r>
          </a:p>
        </p:txBody>
      </p:sp>
      <p:sp>
        <p:nvSpPr>
          <p:cNvPr id="150" name="full-130">
            <a:extLst>
              <a:ext uri="{FF2B5EF4-FFF2-40B4-BE49-F238E27FC236}">
                <a16:creationId xmlns:a16="http://schemas.microsoft.com/office/drawing/2014/main" id="{CD603E83-5E3B-4797-ABFD-43ABDF6E5D84}"/>
              </a:ext>
            </a:extLst>
          </p:cNvPr>
          <p:cNvSpPr>
            <a:spLocks noGrp="1"/>
          </p:cNvSpPr>
          <p:nvPr/>
        </p:nvSpPr>
        <p:spPr>
          <a:xfrm flipH="1">
            <a:off x="6742075" y="2617405"/>
            <a:ext cx="136600" cy="43256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1" name="full-131">
            <a:extLst>
              <a:ext uri="{FF2B5EF4-FFF2-40B4-BE49-F238E27FC236}">
                <a16:creationId xmlns:a16="http://schemas.microsoft.com/office/drawing/2014/main" id="{50BDDA96-88C3-4CD5-9DDF-A6456C88CB5E}"/>
              </a:ext>
            </a:extLst>
          </p:cNvPr>
          <p:cNvSpPr>
            <a:spLocks noGrp="1"/>
          </p:cNvSpPr>
          <p:nvPr/>
        </p:nvSpPr>
        <p:spPr>
          <a:xfrm>
            <a:off x="6816090" y="3484245"/>
            <a:ext cx="274320" cy="36576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2" name="full-132">
            <a:extLst>
              <a:ext uri="{FF2B5EF4-FFF2-40B4-BE49-F238E27FC236}">
                <a16:creationId xmlns:a16="http://schemas.microsoft.com/office/drawing/2014/main" id="{00F25C39-962C-42CB-A5E4-FD084CF6D6BD}"/>
              </a:ext>
            </a:extLst>
          </p:cNvPr>
          <p:cNvSpPr>
            <a:spLocks noGrp="1"/>
          </p:cNvSpPr>
          <p:nvPr/>
        </p:nvSpPr>
        <p:spPr>
          <a:xfrm>
            <a:off x="8361838" y="2902992"/>
            <a:ext cx="516573" cy="1623516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3" name="full-133">
            <a:extLst>
              <a:ext uri="{FF2B5EF4-FFF2-40B4-BE49-F238E27FC236}">
                <a16:creationId xmlns:a16="http://schemas.microsoft.com/office/drawing/2014/main" id="{AF619B5E-1235-4099-9845-087BE7AD963C}"/>
              </a:ext>
            </a:extLst>
          </p:cNvPr>
          <p:cNvSpPr>
            <a:spLocks noGrp="1"/>
          </p:cNvSpPr>
          <p:nvPr/>
        </p:nvSpPr>
        <p:spPr>
          <a:xfrm>
            <a:off x="10034765" y="2592792"/>
            <a:ext cx="409220" cy="672290"/>
          </a:xfrm>
          <a:prstGeom prst="line">
            <a:avLst/>
          </a:prstGeom>
          <a:noFill/>
          <a:ln w="20955">
            <a:solidFill>
              <a:srgbClr val="29486E"/>
            </a:solidFill>
            <a:prstDash val="solid"/>
          </a:ln>
        </p:spPr>
      </p:sp>
      <p:sp>
        <p:nvSpPr>
          <p:cNvPr id="154" name="full-134">
            <a:extLst>
              <a:ext uri="{FF2B5EF4-FFF2-40B4-BE49-F238E27FC236}">
                <a16:creationId xmlns:a16="http://schemas.microsoft.com/office/drawing/2014/main" id="{75DBBFE3-EE62-454E-BB0A-AF0CB29C73B3}"/>
              </a:ext>
            </a:extLst>
          </p:cNvPr>
          <p:cNvSpPr>
            <a:spLocks noGrp="1"/>
          </p:cNvSpPr>
          <p:nvPr/>
        </p:nvSpPr>
        <p:spPr>
          <a:xfrm>
            <a:off x="7195403" y="2433140"/>
            <a:ext cx="849194" cy="18197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5" name="full-135">
            <a:extLst>
              <a:ext uri="{FF2B5EF4-FFF2-40B4-BE49-F238E27FC236}">
                <a16:creationId xmlns:a16="http://schemas.microsoft.com/office/drawing/2014/main" id="{F68C0692-6AA3-4A5E-82B0-22391D0A9F4D}"/>
              </a:ext>
            </a:extLst>
          </p:cNvPr>
          <p:cNvSpPr>
            <a:spLocks noGrp="1"/>
          </p:cNvSpPr>
          <p:nvPr/>
        </p:nvSpPr>
        <p:spPr>
          <a:xfrm>
            <a:off x="7467600" y="4143375"/>
            <a:ext cx="1257300" cy="523875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6" name="full-136">
            <a:extLst>
              <a:ext uri="{FF2B5EF4-FFF2-40B4-BE49-F238E27FC236}">
                <a16:creationId xmlns:a16="http://schemas.microsoft.com/office/drawing/2014/main" id="{F9B587C4-CBEE-4724-829F-D28ECF662146}"/>
              </a:ext>
            </a:extLst>
          </p:cNvPr>
          <p:cNvSpPr>
            <a:spLocks noGrp="1"/>
          </p:cNvSpPr>
          <p:nvPr/>
        </p:nvSpPr>
        <p:spPr>
          <a:xfrm flipH="1">
            <a:off x="8530632" y="2424288"/>
            <a:ext cx="1131487" cy="199674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7" name="full-137">
            <a:extLst>
              <a:ext uri="{FF2B5EF4-FFF2-40B4-BE49-F238E27FC236}">
                <a16:creationId xmlns:a16="http://schemas.microsoft.com/office/drawing/2014/main" id="{5DEA3EA0-A3E1-4148-B9A0-F6CBE970845B}"/>
              </a:ext>
            </a:extLst>
          </p:cNvPr>
          <p:cNvSpPr>
            <a:spLocks noGrp="1"/>
          </p:cNvSpPr>
          <p:nvPr/>
        </p:nvSpPr>
        <p:spPr>
          <a:xfrm flipH="1">
            <a:off x="9147437" y="3630634"/>
            <a:ext cx="1231375" cy="977857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158" name="full-138">
            <a:extLst>
              <a:ext uri="{FF2B5EF4-FFF2-40B4-BE49-F238E27FC236}">
                <a16:creationId xmlns:a16="http://schemas.microsoft.com/office/drawing/2014/main" id="{95523822-0970-43C2-B4CF-2AFC8D1ED4D7}"/>
              </a:ext>
            </a:extLst>
          </p:cNvPr>
          <p:cNvSpPr>
            <a:spLocks noGrp="1"/>
          </p:cNvSpPr>
          <p:nvPr/>
        </p:nvSpPr>
        <p:spPr>
          <a:xfrm>
            <a:off x="7143750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59" name="full-139">
            <a:extLst>
              <a:ext uri="{FF2B5EF4-FFF2-40B4-BE49-F238E27FC236}">
                <a16:creationId xmlns:a16="http://schemas.microsoft.com/office/drawing/2014/main" id="{A074ECB3-5DC2-4B9F-A7DE-B060A6144B5C}"/>
              </a:ext>
            </a:extLst>
          </p:cNvPr>
          <p:cNvSpPr>
            <a:spLocks noGrp="1"/>
          </p:cNvSpPr>
          <p:nvPr/>
        </p:nvSpPr>
        <p:spPr>
          <a:xfrm>
            <a:off x="7229475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0" name="full-140">
            <a:extLst>
              <a:ext uri="{FF2B5EF4-FFF2-40B4-BE49-F238E27FC236}">
                <a16:creationId xmlns:a16="http://schemas.microsoft.com/office/drawing/2014/main" id="{58BDC2DA-813F-4E40-894E-C7D93A97B2A3}"/>
              </a:ext>
            </a:extLst>
          </p:cNvPr>
          <p:cNvSpPr>
            <a:spLocks noGrp="1"/>
          </p:cNvSpPr>
          <p:nvPr/>
        </p:nvSpPr>
        <p:spPr>
          <a:xfrm>
            <a:off x="7315200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1" name="full-141">
            <a:extLst>
              <a:ext uri="{FF2B5EF4-FFF2-40B4-BE49-F238E27FC236}">
                <a16:creationId xmlns:a16="http://schemas.microsoft.com/office/drawing/2014/main" id="{906C0A90-E79D-47B6-A1FC-669095B020C3}"/>
              </a:ext>
            </a:extLst>
          </p:cNvPr>
          <p:cNvSpPr>
            <a:spLocks noGrp="1"/>
          </p:cNvSpPr>
          <p:nvPr/>
        </p:nvSpPr>
        <p:spPr>
          <a:xfrm>
            <a:off x="7400925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2" name="full-142">
            <a:extLst>
              <a:ext uri="{FF2B5EF4-FFF2-40B4-BE49-F238E27FC236}">
                <a16:creationId xmlns:a16="http://schemas.microsoft.com/office/drawing/2014/main" id="{9836232C-1765-49DE-91C4-A85B9D03057E}"/>
              </a:ext>
            </a:extLst>
          </p:cNvPr>
          <p:cNvSpPr>
            <a:spLocks noGrp="1"/>
          </p:cNvSpPr>
          <p:nvPr/>
        </p:nvSpPr>
        <p:spPr>
          <a:xfrm>
            <a:off x="7486650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3" name="full-143">
            <a:extLst>
              <a:ext uri="{FF2B5EF4-FFF2-40B4-BE49-F238E27FC236}">
                <a16:creationId xmlns:a16="http://schemas.microsoft.com/office/drawing/2014/main" id="{B115C1F9-5AC4-407E-8B65-09F8C892B910}"/>
              </a:ext>
            </a:extLst>
          </p:cNvPr>
          <p:cNvSpPr>
            <a:spLocks noGrp="1"/>
          </p:cNvSpPr>
          <p:nvPr/>
        </p:nvSpPr>
        <p:spPr>
          <a:xfrm>
            <a:off x="7572375" y="27051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4" name="full-144">
            <a:extLst>
              <a:ext uri="{FF2B5EF4-FFF2-40B4-BE49-F238E27FC236}">
                <a16:creationId xmlns:a16="http://schemas.microsoft.com/office/drawing/2014/main" id="{900AD5FC-520D-4F45-9172-7665CA356107}"/>
              </a:ext>
            </a:extLst>
          </p:cNvPr>
          <p:cNvSpPr>
            <a:spLocks noGrp="1"/>
          </p:cNvSpPr>
          <p:nvPr/>
        </p:nvSpPr>
        <p:spPr>
          <a:xfrm>
            <a:off x="7658100" y="27051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5" name="full-145">
            <a:extLst>
              <a:ext uri="{FF2B5EF4-FFF2-40B4-BE49-F238E27FC236}">
                <a16:creationId xmlns:a16="http://schemas.microsoft.com/office/drawing/2014/main" id="{DD71BE8F-F97E-456B-9EE0-BC99E59FD94A}"/>
              </a:ext>
            </a:extLst>
          </p:cNvPr>
          <p:cNvSpPr>
            <a:spLocks noGrp="1"/>
          </p:cNvSpPr>
          <p:nvPr/>
        </p:nvSpPr>
        <p:spPr>
          <a:xfrm>
            <a:off x="7096125" y="28956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x₁ ∈ ℝ⁷</a:t>
            </a:r>
          </a:p>
        </p:txBody>
      </p:sp>
      <p:sp>
        <p:nvSpPr>
          <p:cNvPr id="166" name="full-146">
            <a:extLst>
              <a:ext uri="{FF2B5EF4-FFF2-40B4-BE49-F238E27FC236}">
                <a16:creationId xmlns:a16="http://schemas.microsoft.com/office/drawing/2014/main" id="{6ACE21C8-8ABA-492F-AFFF-B32E2FD24D69}"/>
              </a:ext>
            </a:extLst>
          </p:cNvPr>
          <p:cNvSpPr>
            <a:spLocks noGrp="1"/>
          </p:cNvSpPr>
          <p:nvPr/>
        </p:nvSpPr>
        <p:spPr>
          <a:xfrm>
            <a:off x="6286500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7" name="full-147">
            <a:extLst>
              <a:ext uri="{FF2B5EF4-FFF2-40B4-BE49-F238E27FC236}">
                <a16:creationId xmlns:a16="http://schemas.microsoft.com/office/drawing/2014/main" id="{7B713E2D-8D0C-4E08-81BD-4F8CEF914902}"/>
              </a:ext>
            </a:extLst>
          </p:cNvPr>
          <p:cNvSpPr>
            <a:spLocks noGrp="1"/>
          </p:cNvSpPr>
          <p:nvPr/>
        </p:nvSpPr>
        <p:spPr>
          <a:xfrm>
            <a:off x="6372225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8" name="full-148">
            <a:extLst>
              <a:ext uri="{FF2B5EF4-FFF2-40B4-BE49-F238E27FC236}">
                <a16:creationId xmlns:a16="http://schemas.microsoft.com/office/drawing/2014/main" id="{7CA1D70F-BD43-4C11-9D54-B3B5BE1C57CA}"/>
              </a:ext>
            </a:extLst>
          </p:cNvPr>
          <p:cNvSpPr>
            <a:spLocks noGrp="1"/>
          </p:cNvSpPr>
          <p:nvPr/>
        </p:nvSpPr>
        <p:spPr>
          <a:xfrm>
            <a:off x="6457950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69" name="full-149">
            <a:extLst>
              <a:ext uri="{FF2B5EF4-FFF2-40B4-BE49-F238E27FC236}">
                <a16:creationId xmlns:a16="http://schemas.microsoft.com/office/drawing/2014/main" id="{620D6870-B45A-438F-86DC-73E4ABBD25AE}"/>
              </a:ext>
            </a:extLst>
          </p:cNvPr>
          <p:cNvSpPr>
            <a:spLocks noGrp="1"/>
          </p:cNvSpPr>
          <p:nvPr/>
        </p:nvSpPr>
        <p:spPr>
          <a:xfrm>
            <a:off x="6543675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0" name="full-150">
            <a:extLst>
              <a:ext uri="{FF2B5EF4-FFF2-40B4-BE49-F238E27FC236}">
                <a16:creationId xmlns:a16="http://schemas.microsoft.com/office/drawing/2014/main" id="{EEEDD602-260F-4C12-939F-39167C6E8500}"/>
              </a:ext>
            </a:extLst>
          </p:cNvPr>
          <p:cNvSpPr>
            <a:spLocks noGrp="1"/>
          </p:cNvSpPr>
          <p:nvPr/>
        </p:nvSpPr>
        <p:spPr>
          <a:xfrm>
            <a:off x="6629400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1" name="full-151">
            <a:extLst>
              <a:ext uri="{FF2B5EF4-FFF2-40B4-BE49-F238E27FC236}">
                <a16:creationId xmlns:a16="http://schemas.microsoft.com/office/drawing/2014/main" id="{C981FE19-4827-4F2E-83A7-25599D0F2CC8}"/>
              </a:ext>
            </a:extLst>
          </p:cNvPr>
          <p:cNvSpPr>
            <a:spLocks noGrp="1"/>
          </p:cNvSpPr>
          <p:nvPr/>
        </p:nvSpPr>
        <p:spPr>
          <a:xfrm>
            <a:off x="6715125" y="361950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2" name="full-152">
            <a:extLst>
              <a:ext uri="{FF2B5EF4-FFF2-40B4-BE49-F238E27FC236}">
                <a16:creationId xmlns:a16="http://schemas.microsoft.com/office/drawing/2014/main" id="{04556007-5EAD-45C8-A695-5BB6213F0AC2}"/>
              </a:ext>
            </a:extLst>
          </p:cNvPr>
          <p:cNvSpPr>
            <a:spLocks noGrp="1"/>
          </p:cNvSpPr>
          <p:nvPr/>
        </p:nvSpPr>
        <p:spPr>
          <a:xfrm>
            <a:off x="6800850" y="361950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3" name="full-153">
            <a:extLst>
              <a:ext uri="{FF2B5EF4-FFF2-40B4-BE49-F238E27FC236}">
                <a16:creationId xmlns:a16="http://schemas.microsoft.com/office/drawing/2014/main" id="{120F7DB5-FCE9-492A-85D1-1F865A3A9099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x₂ ∈ ℝ⁷</a:t>
            </a:r>
          </a:p>
        </p:txBody>
      </p:sp>
      <p:sp>
        <p:nvSpPr>
          <p:cNvPr id="174" name="full-154">
            <a:extLst>
              <a:ext uri="{FF2B5EF4-FFF2-40B4-BE49-F238E27FC236}">
                <a16:creationId xmlns:a16="http://schemas.microsoft.com/office/drawing/2014/main" id="{D66E8673-2677-4E0C-BF45-634DE5187395}"/>
              </a:ext>
            </a:extLst>
          </p:cNvPr>
          <p:cNvSpPr>
            <a:spLocks noGrp="1"/>
          </p:cNvSpPr>
          <p:nvPr/>
        </p:nvSpPr>
        <p:spPr>
          <a:xfrm>
            <a:off x="6962775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5" name="full-155">
            <a:extLst>
              <a:ext uri="{FF2B5EF4-FFF2-40B4-BE49-F238E27FC236}">
                <a16:creationId xmlns:a16="http://schemas.microsoft.com/office/drawing/2014/main" id="{78A5C382-A8CB-4562-9732-BD9C7024123F}"/>
              </a:ext>
            </a:extLst>
          </p:cNvPr>
          <p:cNvSpPr>
            <a:spLocks noGrp="1"/>
          </p:cNvSpPr>
          <p:nvPr/>
        </p:nvSpPr>
        <p:spPr>
          <a:xfrm>
            <a:off x="7048500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6" name="full-156">
            <a:extLst>
              <a:ext uri="{FF2B5EF4-FFF2-40B4-BE49-F238E27FC236}">
                <a16:creationId xmlns:a16="http://schemas.microsoft.com/office/drawing/2014/main" id="{096A8C22-B35A-47C5-AD9C-01CA695811C0}"/>
              </a:ext>
            </a:extLst>
          </p:cNvPr>
          <p:cNvSpPr>
            <a:spLocks noGrp="1"/>
          </p:cNvSpPr>
          <p:nvPr/>
        </p:nvSpPr>
        <p:spPr>
          <a:xfrm>
            <a:off x="7134225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7" name="full-157">
            <a:extLst>
              <a:ext uri="{FF2B5EF4-FFF2-40B4-BE49-F238E27FC236}">
                <a16:creationId xmlns:a16="http://schemas.microsoft.com/office/drawing/2014/main" id="{2CDA9191-702F-46B4-98A8-14DE4F80638B}"/>
              </a:ext>
            </a:extLst>
          </p:cNvPr>
          <p:cNvSpPr>
            <a:spLocks noGrp="1"/>
          </p:cNvSpPr>
          <p:nvPr/>
        </p:nvSpPr>
        <p:spPr>
          <a:xfrm>
            <a:off x="7219950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8" name="full-158">
            <a:extLst>
              <a:ext uri="{FF2B5EF4-FFF2-40B4-BE49-F238E27FC236}">
                <a16:creationId xmlns:a16="http://schemas.microsoft.com/office/drawing/2014/main" id="{152B0303-1843-4F30-851E-BA4C8C979F10}"/>
              </a:ext>
            </a:extLst>
          </p:cNvPr>
          <p:cNvSpPr>
            <a:spLocks noGrp="1"/>
          </p:cNvSpPr>
          <p:nvPr/>
        </p:nvSpPr>
        <p:spPr>
          <a:xfrm>
            <a:off x="7305675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79" name="full-159">
            <a:extLst>
              <a:ext uri="{FF2B5EF4-FFF2-40B4-BE49-F238E27FC236}">
                <a16:creationId xmlns:a16="http://schemas.microsoft.com/office/drawing/2014/main" id="{7E0F743C-134A-4EA2-9222-1335447F0019}"/>
              </a:ext>
            </a:extLst>
          </p:cNvPr>
          <p:cNvSpPr>
            <a:spLocks noGrp="1"/>
          </p:cNvSpPr>
          <p:nvPr/>
        </p:nvSpPr>
        <p:spPr>
          <a:xfrm>
            <a:off x="7391400" y="43719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0" name="full-160">
            <a:extLst>
              <a:ext uri="{FF2B5EF4-FFF2-40B4-BE49-F238E27FC236}">
                <a16:creationId xmlns:a16="http://schemas.microsoft.com/office/drawing/2014/main" id="{3E38A874-6958-42C4-9547-E5044A86B758}"/>
              </a:ext>
            </a:extLst>
          </p:cNvPr>
          <p:cNvSpPr>
            <a:spLocks noGrp="1"/>
          </p:cNvSpPr>
          <p:nvPr/>
        </p:nvSpPr>
        <p:spPr>
          <a:xfrm>
            <a:off x="7477125" y="43719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81" name="full-161">
            <a:extLst>
              <a:ext uri="{FF2B5EF4-FFF2-40B4-BE49-F238E27FC236}">
                <a16:creationId xmlns:a16="http://schemas.microsoft.com/office/drawing/2014/main" id="{7F77F665-363D-4ADC-8D04-793029C805DA}"/>
              </a:ext>
            </a:extLst>
          </p:cNvPr>
          <p:cNvSpPr>
            <a:spLocks noGrp="1"/>
          </p:cNvSpPr>
          <p:nvPr/>
        </p:nvSpPr>
        <p:spPr>
          <a:xfrm>
            <a:off x="6915150" y="45624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x₃ ∈ ℝ⁷</a:t>
            </a:r>
          </a:p>
        </p:txBody>
      </p:sp>
      <p:sp>
        <p:nvSpPr>
          <p:cNvPr id="182" name="full-162">
            <a:extLst>
              <a:ext uri="{FF2B5EF4-FFF2-40B4-BE49-F238E27FC236}">
                <a16:creationId xmlns:a16="http://schemas.microsoft.com/office/drawing/2014/main" id="{FE79C6BD-404C-423F-9EA3-DB24FE06A140}"/>
              </a:ext>
            </a:extLst>
          </p:cNvPr>
          <p:cNvSpPr>
            <a:spLocks noGrp="1"/>
          </p:cNvSpPr>
          <p:nvPr/>
        </p:nvSpPr>
        <p:spPr>
          <a:xfrm>
            <a:off x="8705850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3" name="full-163">
            <a:extLst>
              <a:ext uri="{FF2B5EF4-FFF2-40B4-BE49-F238E27FC236}">
                <a16:creationId xmlns:a16="http://schemas.microsoft.com/office/drawing/2014/main" id="{1E9C57B8-BCAC-4D7D-B596-3DAF6B2AE760}"/>
              </a:ext>
            </a:extLst>
          </p:cNvPr>
          <p:cNvSpPr>
            <a:spLocks noGrp="1"/>
          </p:cNvSpPr>
          <p:nvPr/>
        </p:nvSpPr>
        <p:spPr>
          <a:xfrm>
            <a:off x="8791575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4" name="full-164">
            <a:extLst>
              <a:ext uri="{FF2B5EF4-FFF2-40B4-BE49-F238E27FC236}">
                <a16:creationId xmlns:a16="http://schemas.microsoft.com/office/drawing/2014/main" id="{8992679F-B2BA-49D3-97BF-FE59A55D8A97}"/>
              </a:ext>
            </a:extLst>
          </p:cNvPr>
          <p:cNvSpPr>
            <a:spLocks noGrp="1"/>
          </p:cNvSpPr>
          <p:nvPr/>
        </p:nvSpPr>
        <p:spPr>
          <a:xfrm>
            <a:off x="8877300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5" name="full-165">
            <a:extLst>
              <a:ext uri="{FF2B5EF4-FFF2-40B4-BE49-F238E27FC236}">
                <a16:creationId xmlns:a16="http://schemas.microsoft.com/office/drawing/2014/main" id="{CCAB866F-9857-44FD-9D39-86EF40EF9B19}"/>
              </a:ext>
            </a:extLst>
          </p:cNvPr>
          <p:cNvSpPr>
            <a:spLocks noGrp="1"/>
          </p:cNvSpPr>
          <p:nvPr/>
        </p:nvSpPr>
        <p:spPr>
          <a:xfrm>
            <a:off x="8963025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6" name="full-166">
            <a:extLst>
              <a:ext uri="{FF2B5EF4-FFF2-40B4-BE49-F238E27FC236}">
                <a16:creationId xmlns:a16="http://schemas.microsoft.com/office/drawing/2014/main" id="{8385CD32-E5F6-4E7B-BA96-94FE4935F521}"/>
              </a:ext>
            </a:extLst>
          </p:cNvPr>
          <p:cNvSpPr>
            <a:spLocks noGrp="1"/>
          </p:cNvSpPr>
          <p:nvPr/>
        </p:nvSpPr>
        <p:spPr>
          <a:xfrm>
            <a:off x="9048750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7" name="full-167">
            <a:extLst>
              <a:ext uri="{FF2B5EF4-FFF2-40B4-BE49-F238E27FC236}">
                <a16:creationId xmlns:a16="http://schemas.microsoft.com/office/drawing/2014/main" id="{8F305F99-B94D-441A-81BE-0CB681F786B7}"/>
              </a:ext>
            </a:extLst>
          </p:cNvPr>
          <p:cNvSpPr>
            <a:spLocks noGrp="1"/>
          </p:cNvSpPr>
          <p:nvPr/>
        </p:nvSpPr>
        <p:spPr>
          <a:xfrm>
            <a:off x="9134475" y="2990850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8" name="full-168">
            <a:extLst>
              <a:ext uri="{FF2B5EF4-FFF2-40B4-BE49-F238E27FC236}">
                <a16:creationId xmlns:a16="http://schemas.microsoft.com/office/drawing/2014/main" id="{C43181D8-B8DA-421D-B766-713EFDAAC6DA}"/>
              </a:ext>
            </a:extLst>
          </p:cNvPr>
          <p:cNvSpPr>
            <a:spLocks noGrp="1"/>
          </p:cNvSpPr>
          <p:nvPr/>
        </p:nvSpPr>
        <p:spPr>
          <a:xfrm>
            <a:off x="9220200" y="2990850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89" name="full-169">
            <a:extLst>
              <a:ext uri="{FF2B5EF4-FFF2-40B4-BE49-F238E27FC236}">
                <a16:creationId xmlns:a16="http://schemas.microsoft.com/office/drawing/2014/main" id="{59ECA4A4-2556-4CAA-AA34-450728C90E66}"/>
              </a:ext>
            </a:extLst>
          </p:cNvPr>
          <p:cNvSpPr>
            <a:spLocks noGrp="1"/>
          </p:cNvSpPr>
          <p:nvPr/>
        </p:nvSpPr>
        <p:spPr>
          <a:xfrm>
            <a:off x="8658225" y="31813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x₄ ∈ ℝ⁷</a:t>
            </a:r>
          </a:p>
        </p:txBody>
      </p:sp>
      <p:sp>
        <p:nvSpPr>
          <p:cNvPr id="190" name="full-170">
            <a:extLst>
              <a:ext uri="{FF2B5EF4-FFF2-40B4-BE49-F238E27FC236}">
                <a16:creationId xmlns:a16="http://schemas.microsoft.com/office/drawing/2014/main" id="{86DBE86B-2EE4-4618-9300-F205EF41E457}"/>
              </a:ext>
            </a:extLst>
          </p:cNvPr>
          <p:cNvSpPr>
            <a:spLocks noGrp="1"/>
          </p:cNvSpPr>
          <p:nvPr/>
        </p:nvSpPr>
        <p:spPr>
          <a:xfrm>
            <a:off x="8801100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1" name="full-171">
            <a:extLst>
              <a:ext uri="{FF2B5EF4-FFF2-40B4-BE49-F238E27FC236}">
                <a16:creationId xmlns:a16="http://schemas.microsoft.com/office/drawing/2014/main" id="{5B076B75-C85E-4C34-AC64-8FC2ED19CA90}"/>
              </a:ext>
            </a:extLst>
          </p:cNvPr>
          <p:cNvSpPr>
            <a:spLocks noGrp="1"/>
          </p:cNvSpPr>
          <p:nvPr/>
        </p:nvSpPr>
        <p:spPr>
          <a:xfrm>
            <a:off x="8886825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2" name="full-172">
            <a:extLst>
              <a:ext uri="{FF2B5EF4-FFF2-40B4-BE49-F238E27FC236}">
                <a16:creationId xmlns:a16="http://schemas.microsoft.com/office/drawing/2014/main" id="{4F0D772C-5338-417D-9EA6-CBFAE0AD5607}"/>
              </a:ext>
            </a:extLst>
          </p:cNvPr>
          <p:cNvSpPr>
            <a:spLocks noGrp="1"/>
          </p:cNvSpPr>
          <p:nvPr/>
        </p:nvSpPr>
        <p:spPr>
          <a:xfrm>
            <a:off x="8972550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3" name="full-173">
            <a:extLst>
              <a:ext uri="{FF2B5EF4-FFF2-40B4-BE49-F238E27FC236}">
                <a16:creationId xmlns:a16="http://schemas.microsoft.com/office/drawing/2014/main" id="{AA6DD3A8-A8C5-492F-9D2C-F7E7016E9ADA}"/>
              </a:ext>
            </a:extLst>
          </p:cNvPr>
          <p:cNvSpPr>
            <a:spLocks noGrp="1"/>
          </p:cNvSpPr>
          <p:nvPr/>
        </p:nvSpPr>
        <p:spPr>
          <a:xfrm>
            <a:off x="9058275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4" name="full-174">
            <a:extLst>
              <a:ext uri="{FF2B5EF4-FFF2-40B4-BE49-F238E27FC236}">
                <a16:creationId xmlns:a16="http://schemas.microsoft.com/office/drawing/2014/main" id="{75047A0A-DF39-40A4-9B2F-74A481305E0F}"/>
              </a:ext>
            </a:extLst>
          </p:cNvPr>
          <p:cNvSpPr>
            <a:spLocks noGrp="1"/>
          </p:cNvSpPr>
          <p:nvPr/>
        </p:nvSpPr>
        <p:spPr>
          <a:xfrm>
            <a:off x="9144000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5" name="full-175">
            <a:extLst>
              <a:ext uri="{FF2B5EF4-FFF2-40B4-BE49-F238E27FC236}">
                <a16:creationId xmlns:a16="http://schemas.microsoft.com/office/drawing/2014/main" id="{B08C5A94-6D22-4817-B634-7C96D8E69DFB}"/>
              </a:ext>
            </a:extLst>
          </p:cNvPr>
          <p:cNvSpPr>
            <a:spLocks noGrp="1"/>
          </p:cNvSpPr>
          <p:nvPr/>
        </p:nvSpPr>
        <p:spPr>
          <a:xfrm>
            <a:off x="9229725" y="5000625"/>
            <a:ext cx="80963" cy="142875"/>
          </a:xfrm>
          <a:prstGeom prst="rect">
            <a:avLst/>
          </a:prstGeom>
          <a:solidFill>
            <a:srgbClr val="F5CCC6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6" name="full-176">
            <a:extLst>
              <a:ext uri="{FF2B5EF4-FFF2-40B4-BE49-F238E27FC236}">
                <a16:creationId xmlns:a16="http://schemas.microsoft.com/office/drawing/2014/main" id="{8DEB2214-F12C-4CC9-AED1-22BD2AB57899}"/>
              </a:ext>
            </a:extLst>
          </p:cNvPr>
          <p:cNvSpPr>
            <a:spLocks noGrp="1"/>
          </p:cNvSpPr>
          <p:nvPr/>
        </p:nvSpPr>
        <p:spPr>
          <a:xfrm>
            <a:off x="9315450" y="5000625"/>
            <a:ext cx="80963" cy="142875"/>
          </a:xfrm>
          <a:prstGeom prst="rect">
            <a:avLst/>
          </a:prstGeom>
          <a:solidFill>
            <a:srgbClr val="EAA69C"/>
          </a:solidFill>
          <a:ln w="4286">
            <a:solidFill>
              <a:srgbClr val="C95148"/>
            </a:solidFill>
            <a:prstDash val="solid"/>
          </a:ln>
        </p:spPr>
      </p:sp>
      <p:sp>
        <p:nvSpPr>
          <p:cNvPr id="197" name="full-177">
            <a:extLst>
              <a:ext uri="{FF2B5EF4-FFF2-40B4-BE49-F238E27FC236}">
                <a16:creationId xmlns:a16="http://schemas.microsoft.com/office/drawing/2014/main" id="{77A05D06-7B03-4D3C-B846-A91C6BBCE2E3}"/>
              </a:ext>
            </a:extLst>
          </p:cNvPr>
          <p:cNvSpPr>
            <a:spLocks noGrp="1"/>
          </p:cNvSpPr>
          <p:nvPr/>
        </p:nvSpPr>
        <p:spPr>
          <a:xfrm>
            <a:off x="8753475" y="519112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x₅ ∈ ℝ⁷</a:t>
            </a:r>
          </a:p>
        </p:txBody>
      </p:sp>
      <p:sp>
        <p:nvSpPr>
          <p:cNvPr id="198" name="full-178">
            <a:extLst>
              <a:ext uri="{FF2B5EF4-FFF2-40B4-BE49-F238E27FC236}">
                <a16:creationId xmlns:a16="http://schemas.microsoft.com/office/drawing/2014/main" id="{BEA4F5C2-C181-40CB-B910-5EB75A77FBCC}"/>
              </a:ext>
            </a:extLst>
          </p:cNvPr>
          <p:cNvSpPr>
            <a:spLocks noGrp="1"/>
          </p:cNvSpPr>
          <p:nvPr/>
        </p:nvSpPr>
        <p:spPr>
          <a:xfrm>
            <a:off x="9629775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199" name="full-179">
            <a:extLst>
              <a:ext uri="{FF2B5EF4-FFF2-40B4-BE49-F238E27FC236}">
                <a16:creationId xmlns:a16="http://schemas.microsoft.com/office/drawing/2014/main" id="{0FFD7522-9081-4BC9-AA56-7FD9FFF471A6}"/>
              </a:ext>
            </a:extLst>
          </p:cNvPr>
          <p:cNvSpPr>
            <a:spLocks noGrp="1"/>
          </p:cNvSpPr>
          <p:nvPr/>
        </p:nvSpPr>
        <p:spPr>
          <a:xfrm>
            <a:off x="9715500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0" name="full-180">
            <a:extLst>
              <a:ext uri="{FF2B5EF4-FFF2-40B4-BE49-F238E27FC236}">
                <a16:creationId xmlns:a16="http://schemas.microsoft.com/office/drawing/2014/main" id="{A03C4526-6FD3-4014-A871-8D222A1D5B9D}"/>
              </a:ext>
            </a:extLst>
          </p:cNvPr>
          <p:cNvSpPr>
            <a:spLocks noGrp="1"/>
          </p:cNvSpPr>
          <p:nvPr/>
        </p:nvSpPr>
        <p:spPr>
          <a:xfrm>
            <a:off x="9801225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1" name="full-181">
            <a:extLst>
              <a:ext uri="{FF2B5EF4-FFF2-40B4-BE49-F238E27FC236}">
                <a16:creationId xmlns:a16="http://schemas.microsoft.com/office/drawing/2014/main" id="{691240E6-5265-4B2C-8C7E-7FE30CA2A86D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2" name="full-182">
            <a:extLst>
              <a:ext uri="{FF2B5EF4-FFF2-40B4-BE49-F238E27FC236}">
                <a16:creationId xmlns:a16="http://schemas.microsoft.com/office/drawing/2014/main" id="{F8F88463-6E9F-45F5-8E27-DF76ABAC4263}"/>
              </a:ext>
            </a:extLst>
          </p:cNvPr>
          <p:cNvSpPr>
            <a:spLocks noGrp="1"/>
          </p:cNvSpPr>
          <p:nvPr/>
        </p:nvSpPr>
        <p:spPr>
          <a:xfrm>
            <a:off x="9972675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3" name="full-183">
            <a:extLst>
              <a:ext uri="{FF2B5EF4-FFF2-40B4-BE49-F238E27FC236}">
                <a16:creationId xmlns:a16="http://schemas.microsoft.com/office/drawing/2014/main" id="{A8FC572C-E4A9-4746-B6FC-E1FD01663A06}"/>
              </a:ext>
            </a:extLst>
          </p:cNvPr>
          <p:cNvSpPr>
            <a:spLocks noGrp="1"/>
          </p:cNvSpPr>
          <p:nvPr/>
        </p:nvSpPr>
        <p:spPr>
          <a:xfrm>
            <a:off x="10058400" y="2724150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4" name="full-184">
            <a:extLst>
              <a:ext uri="{FF2B5EF4-FFF2-40B4-BE49-F238E27FC236}">
                <a16:creationId xmlns:a16="http://schemas.microsoft.com/office/drawing/2014/main" id="{DA81016A-A65D-4EFF-AB35-0E425769E110}"/>
              </a:ext>
            </a:extLst>
          </p:cNvPr>
          <p:cNvSpPr>
            <a:spLocks noGrp="1"/>
          </p:cNvSpPr>
          <p:nvPr/>
        </p:nvSpPr>
        <p:spPr>
          <a:xfrm>
            <a:off x="10144125" y="2724150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5" name="full-185">
            <a:extLst>
              <a:ext uri="{FF2B5EF4-FFF2-40B4-BE49-F238E27FC236}">
                <a16:creationId xmlns:a16="http://schemas.microsoft.com/office/drawing/2014/main" id="{160F822E-5E5D-4A5A-AA18-311DF50C0231}"/>
              </a:ext>
            </a:extLst>
          </p:cNvPr>
          <p:cNvSpPr>
            <a:spLocks noGrp="1"/>
          </p:cNvSpPr>
          <p:nvPr/>
        </p:nvSpPr>
        <p:spPr>
          <a:xfrm>
            <a:off x="9582150" y="2914650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x₆ ∈ ℝ⁷</a:t>
            </a:r>
          </a:p>
        </p:txBody>
      </p:sp>
      <p:sp>
        <p:nvSpPr>
          <p:cNvPr id="206" name="full-186">
            <a:extLst>
              <a:ext uri="{FF2B5EF4-FFF2-40B4-BE49-F238E27FC236}">
                <a16:creationId xmlns:a16="http://schemas.microsoft.com/office/drawing/2014/main" id="{3BF8066E-80AC-44AF-AB50-FE2DB38AF554}"/>
              </a:ext>
            </a:extLst>
          </p:cNvPr>
          <p:cNvSpPr>
            <a:spLocks noGrp="1"/>
          </p:cNvSpPr>
          <p:nvPr/>
        </p:nvSpPr>
        <p:spPr>
          <a:xfrm>
            <a:off x="10296525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7" name="full-187">
            <a:extLst>
              <a:ext uri="{FF2B5EF4-FFF2-40B4-BE49-F238E27FC236}">
                <a16:creationId xmlns:a16="http://schemas.microsoft.com/office/drawing/2014/main" id="{9EC4DD19-D49B-4A06-8490-6F18D68EEF3B}"/>
              </a:ext>
            </a:extLst>
          </p:cNvPr>
          <p:cNvSpPr>
            <a:spLocks noGrp="1"/>
          </p:cNvSpPr>
          <p:nvPr/>
        </p:nvSpPr>
        <p:spPr>
          <a:xfrm>
            <a:off x="10382250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8" name="full-188">
            <a:extLst>
              <a:ext uri="{FF2B5EF4-FFF2-40B4-BE49-F238E27FC236}">
                <a16:creationId xmlns:a16="http://schemas.microsoft.com/office/drawing/2014/main" id="{D74D9DAA-F8FF-42C5-A26A-DC148983D38B}"/>
              </a:ext>
            </a:extLst>
          </p:cNvPr>
          <p:cNvSpPr>
            <a:spLocks noGrp="1"/>
          </p:cNvSpPr>
          <p:nvPr/>
        </p:nvSpPr>
        <p:spPr>
          <a:xfrm>
            <a:off x="10467975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09" name="full-189">
            <a:extLst>
              <a:ext uri="{FF2B5EF4-FFF2-40B4-BE49-F238E27FC236}">
                <a16:creationId xmlns:a16="http://schemas.microsoft.com/office/drawing/2014/main" id="{AD021ADE-A917-4F87-BB4E-31CA0747DCD6}"/>
              </a:ext>
            </a:extLst>
          </p:cNvPr>
          <p:cNvSpPr>
            <a:spLocks noGrp="1"/>
          </p:cNvSpPr>
          <p:nvPr/>
        </p:nvSpPr>
        <p:spPr>
          <a:xfrm>
            <a:off x="10553700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0" name="full-190">
            <a:extLst>
              <a:ext uri="{FF2B5EF4-FFF2-40B4-BE49-F238E27FC236}">
                <a16:creationId xmlns:a16="http://schemas.microsoft.com/office/drawing/2014/main" id="{353D7861-5E9D-4852-9083-BFFF1075DD1D}"/>
              </a:ext>
            </a:extLst>
          </p:cNvPr>
          <p:cNvSpPr>
            <a:spLocks noGrp="1"/>
          </p:cNvSpPr>
          <p:nvPr/>
        </p:nvSpPr>
        <p:spPr>
          <a:xfrm>
            <a:off x="10639425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1" name="full-191">
            <a:extLst>
              <a:ext uri="{FF2B5EF4-FFF2-40B4-BE49-F238E27FC236}">
                <a16:creationId xmlns:a16="http://schemas.microsoft.com/office/drawing/2014/main" id="{C99F56C0-D8F1-476D-9499-AE030530E669}"/>
              </a:ext>
            </a:extLst>
          </p:cNvPr>
          <p:cNvSpPr>
            <a:spLocks noGrp="1"/>
          </p:cNvSpPr>
          <p:nvPr/>
        </p:nvSpPr>
        <p:spPr>
          <a:xfrm>
            <a:off x="10725150" y="3800475"/>
            <a:ext cx="80963" cy="142875"/>
          </a:xfrm>
          <a:prstGeom prst="rect">
            <a:avLst/>
          </a:prstGeom>
          <a:solidFill>
            <a:srgbClr val="BFDCF4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2" name="full-192">
            <a:extLst>
              <a:ext uri="{FF2B5EF4-FFF2-40B4-BE49-F238E27FC236}">
                <a16:creationId xmlns:a16="http://schemas.microsoft.com/office/drawing/2014/main" id="{055C5EDE-6A75-4A5E-B8BB-EF8C6E957534}"/>
              </a:ext>
            </a:extLst>
          </p:cNvPr>
          <p:cNvSpPr>
            <a:spLocks noGrp="1"/>
          </p:cNvSpPr>
          <p:nvPr/>
        </p:nvSpPr>
        <p:spPr>
          <a:xfrm>
            <a:off x="10810875" y="3800475"/>
            <a:ext cx="80963" cy="142875"/>
          </a:xfrm>
          <a:prstGeom prst="rect">
            <a:avLst/>
          </a:prstGeom>
          <a:solidFill>
            <a:srgbClr val="82B7E6"/>
          </a:solidFill>
          <a:ln w="4286">
            <a:solidFill>
              <a:srgbClr val="2474BD"/>
            </a:solidFill>
            <a:prstDash val="solid"/>
          </a:ln>
        </p:spPr>
      </p:sp>
      <p:sp>
        <p:nvSpPr>
          <p:cNvPr id="213" name="full-193">
            <a:extLst>
              <a:ext uri="{FF2B5EF4-FFF2-40B4-BE49-F238E27FC236}">
                <a16:creationId xmlns:a16="http://schemas.microsoft.com/office/drawing/2014/main" id="{918E0A35-CA20-4A0E-87CD-F32453BF22BE}"/>
              </a:ext>
            </a:extLst>
          </p:cNvPr>
          <p:cNvSpPr>
            <a:spLocks noGrp="1"/>
          </p:cNvSpPr>
          <p:nvPr/>
        </p:nvSpPr>
        <p:spPr>
          <a:xfrm>
            <a:off x="10248900" y="3990975"/>
            <a:ext cx="7429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x₇ ∈ ℝ⁷</a:t>
            </a:r>
          </a:p>
        </p:txBody>
      </p:sp>
      <p:sp>
        <p:nvSpPr>
          <p:cNvPr id="214" name="full-194">
            <a:extLst>
              <a:ext uri="{FF2B5EF4-FFF2-40B4-BE49-F238E27FC236}">
                <a16:creationId xmlns:a16="http://schemas.microsoft.com/office/drawing/2014/main" id="{8618CAEF-C3E3-4DF2-8D02-0AAC98F881DB}"/>
              </a:ext>
            </a:extLst>
          </p:cNvPr>
          <p:cNvSpPr>
            <a:spLocks noGrp="1"/>
          </p:cNvSpPr>
          <p:nvPr/>
        </p:nvSpPr>
        <p:spPr>
          <a:xfrm>
            <a:off x="6353175" y="5953125"/>
            <a:ext cx="4543425" cy="704850"/>
          </a:xfrm>
          <a:prstGeom prst="roundRect">
            <a:avLst>
              <a:gd name="adj" fmla="val 16216"/>
            </a:avLst>
          </a:prstGeom>
          <a:gradFill rotWithShape="1">
            <a:gsLst>
              <a:gs pos="0">
                <a:srgbClr val="F8F9FB"/>
              </a:gs>
              <a:gs pos="100000">
                <a:srgbClr val="F6F8FA"/>
              </a:gs>
            </a:gsLst>
            <a:lin ang="5400000" scaled="0"/>
          </a:gradFill>
          <a:ln w="7620">
            <a:solidFill>
              <a:srgbClr val="9CADC4"/>
            </a:solidFill>
            <a:prstDash val="solid"/>
          </a:ln>
        </p:spPr>
      </p:sp>
      <p:sp>
        <p:nvSpPr>
          <p:cNvPr id="215" name="full-195">
            <a:extLst>
              <a:ext uri="{FF2B5EF4-FFF2-40B4-BE49-F238E27FC236}">
                <a16:creationId xmlns:a16="http://schemas.microsoft.com/office/drawing/2014/main" id="{340CB617-0BA3-4FEB-8843-96B8C1408BA1}"/>
              </a:ext>
            </a:extLst>
          </p:cNvPr>
          <p:cNvSpPr>
            <a:spLocks noGrp="1"/>
          </p:cNvSpPr>
          <p:nvPr/>
        </p:nvSpPr>
        <p:spPr>
          <a:xfrm>
            <a:off x="6562725" y="6181725"/>
            <a:ext cx="647700" cy="0"/>
          </a:xfrm>
          <a:prstGeom prst="line">
            <a:avLst/>
          </a:prstGeom>
          <a:noFill/>
          <a:ln w="21908">
            <a:solidFill>
              <a:srgbClr val="29486E"/>
            </a:solidFill>
            <a:prstDash val="solid"/>
          </a:ln>
        </p:spPr>
      </p:sp>
      <p:sp>
        <p:nvSpPr>
          <p:cNvPr id="216" name="full-196">
            <a:extLst>
              <a:ext uri="{FF2B5EF4-FFF2-40B4-BE49-F238E27FC236}">
                <a16:creationId xmlns:a16="http://schemas.microsoft.com/office/drawing/2014/main" id="{2C02DC6E-BA55-49A1-AE2B-7C2244BC552C}"/>
              </a:ext>
            </a:extLst>
          </p:cNvPr>
          <p:cNvSpPr>
            <a:spLocks noGrp="1"/>
          </p:cNvSpPr>
          <p:nvPr/>
        </p:nvSpPr>
        <p:spPr>
          <a:xfrm>
            <a:off x="7334250" y="6019800"/>
            <a:ext cx="347662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同一 burst 内相邻报文连接</a:t>
            </a:r>
          </a:p>
        </p:txBody>
      </p:sp>
      <p:sp>
        <p:nvSpPr>
          <p:cNvPr id="217" name="full-197">
            <a:extLst>
              <a:ext uri="{FF2B5EF4-FFF2-40B4-BE49-F238E27FC236}">
                <a16:creationId xmlns:a16="http://schemas.microsoft.com/office/drawing/2014/main" id="{2EA12872-7402-4D47-AC6D-169B789566E2}"/>
              </a:ext>
            </a:extLst>
          </p:cNvPr>
          <p:cNvSpPr>
            <a:spLocks noGrp="1"/>
          </p:cNvSpPr>
          <p:nvPr/>
        </p:nvSpPr>
        <p:spPr>
          <a:xfrm>
            <a:off x="6562725" y="6457950"/>
            <a:ext cx="647700" cy="0"/>
          </a:xfrm>
          <a:prstGeom prst="line">
            <a:avLst/>
          </a:prstGeom>
          <a:noFill/>
          <a:ln w="17145">
            <a:solidFill>
              <a:srgbClr val="3C5073"/>
            </a:solidFill>
            <a:prstDash val="dash"/>
          </a:ln>
        </p:spPr>
      </p:sp>
      <p:sp>
        <p:nvSpPr>
          <p:cNvPr id="218" name="full-198">
            <a:extLst>
              <a:ext uri="{FF2B5EF4-FFF2-40B4-BE49-F238E27FC236}">
                <a16:creationId xmlns:a16="http://schemas.microsoft.com/office/drawing/2014/main" id="{31263A26-A0A3-4D88-A6C1-D036B35327A6}"/>
              </a:ext>
            </a:extLst>
          </p:cNvPr>
          <p:cNvSpPr>
            <a:spLocks noGrp="1"/>
          </p:cNvSpPr>
          <p:nvPr/>
        </p:nvSpPr>
        <p:spPr>
          <a:xfrm>
            <a:off x="7296150" y="6315075"/>
            <a:ext cx="352425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75"/>
            </a:defPPr>
            <a:lvl1pPr algn="ctr">
              <a:defRPr sz="1575"/>
            </a:lvl1pPr>
            <a:lvl2pPr algn="ctr">
              <a:defRPr sz="1575"/>
            </a:lvl2pPr>
            <a:lvl3pPr algn="ctr">
              <a:defRPr sz="1575"/>
            </a:lvl3pPr>
            <a:lvl4pPr algn="ctr">
              <a:defRPr sz="1575"/>
            </a:lvl4pPr>
            <a:lvl5pPr algn="ctr">
              <a:defRPr sz="1575"/>
            </a:lvl5pPr>
            <a:lvl6pPr algn="ctr">
              <a:defRPr sz="1575"/>
            </a:lvl6pPr>
            <a:lvl7pPr algn="ctr">
              <a:defRPr sz="1575"/>
            </a:lvl7pPr>
            <a:lvl8pPr algn="ctr">
              <a:defRPr sz="1575"/>
            </a:lvl8pPr>
            <a:lvl9pPr algn="ctr">
              <a:defRPr sz="1575"/>
            </a:lvl9pPr>
          </a:lstStyle>
          <a:p>
            <a:pPr algn="ctr">
              <a:defRPr sz="1575"/>
            </a:pPr>
            <a:r>
              <a:rPr sz="1575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相邻 burst 的首—首、末—末连接</a:t>
            </a:r>
          </a:p>
        </p:txBody>
      </p:sp>
      <p:sp>
        <p:nvSpPr>
          <p:cNvPr id="219" name="full-199">
            <a:extLst>
              <a:ext uri="{FF2B5EF4-FFF2-40B4-BE49-F238E27FC236}">
                <a16:creationId xmlns:a16="http://schemas.microsoft.com/office/drawing/2014/main" id="{097831C7-C846-4FB2-B465-D93B15FDED72}"/>
              </a:ext>
            </a:extLst>
          </p:cNvPr>
          <p:cNvSpPr>
            <a:spLocks noGrp="1"/>
          </p:cNvSpPr>
          <p:nvPr/>
        </p:nvSpPr>
        <p:spPr>
          <a:xfrm>
            <a:off x="6286500" y="6800850"/>
            <a:ext cx="46863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B7CBE0"/>
            </a:solidFill>
            <a:prstDash val="solid"/>
          </a:ln>
        </p:spPr>
      </p:sp>
      <p:sp>
        <p:nvSpPr>
          <p:cNvPr id="220" name="full-200">
            <a:extLst>
              <a:ext uri="{FF2B5EF4-FFF2-40B4-BE49-F238E27FC236}">
                <a16:creationId xmlns:a16="http://schemas.microsoft.com/office/drawing/2014/main" id="{6A07CB9D-009B-4B5D-AB21-E91B8299DC73}"/>
              </a:ext>
            </a:extLst>
          </p:cNvPr>
          <p:cNvSpPr>
            <a:spLocks noGrp="1"/>
          </p:cNvSpPr>
          <p:nvPr/>
        </p:nvSpPr>
        <p:spPr>
          <a:xfrm>
            <a:off x="6286500" y="6800850"/>
            <a:ext cx="4686300" cy="409575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EEF5FB"/>
              </a:gs>
              <a:gs pos="100000">
                <a:srgbClr val="EAF2FA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221" name="full-201">
            <a:extLst>
              <a:ext uri="{FF2B5EF4-FFF2-40B4-BE49-F238E27FC236}">
                <a16:creationId xmlns:a16="http://schemas.microsoft.com/office/drawing/2014/main" id="{3AD58891-9F40-409E-A29A-975ADD6B180E}"/>
              </a:ext>
            </a:extLst>
          </p:cNvPr>
          <p:cNvSpPr>
            <a:spLocks noGrp="1"/>
          </p:cNvSpPr>
          <p:nvPr/>
        </p:nvSpPr>
        <p:spPr>
          <a:xfrm>
            <a:off x="6362700" y="6867525"/>
            <a:ext cx="45339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节点特征矩阵  X ∈ ℝ</a:t>
            </a:r>
            <a:r>
              <a:rPr sz="1350" b="1" baseline="3500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|V|×7</a:t>
            </a:r>
          </a:p>
        </p:txBody>
      </p:sp>
      <p:sp>
        <p:nvSpPr>
          <p:cNvPr id="222" name="full-202">
            <a:extLst>
              <a:ext uri="{FF2B5EF4-FFF2-40B4-BE49-F238E27FC236}">
                <a16:creationId xmlns:a16="http://schemas.microsoft.com/office/drawing/2014/main" id="{AE9A74B6-6C82-4D97-9A0E-4E5693C8ADE1}"/>
              </a:ext>
            </a:extLst>
          </p:cNvPr>
          <p:cNvSpPr>
            <a:spLocks noGrp="1"/>
          </p:cNvSpPr>
          <p:nvPr/>
        </p:nvSpPr>
        <p:spPr>
          <a:xfrm>
            <a:off x="6429375" y="7343775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223" name="full-203">
            <a:extLst>
              <a:ext uri="{FF2B5EF4-FFF2-40B4-BE49-F238E27FC236}">
                <a16:creationId xmlns:a16="http://schemas.microsoft.com/office/drawing/2014/main" id="{1479E9D0-3E68-439C-A901-B840968592AE}"/>
              </a:ext>
            </a:extLst>
          </p:cNvPr>
          <p:cNvSpPr>
            <a:spLocks noGrp="1"/>
          </p:cNvSpPr>
          <p:nvPr/>
        </p:nvSpPr>
        <p:spPr>
          <a:xfrm>
            <a:off x="6838950" y="7353300"/>
            <a:ext cx="510268" cy="258536"/>
          </a:xfrm>
          <a:prstGeom prst="rect">
            <a:avLst/>
          </a:prstGeom>
          <a:solidFill>
            <a:srgbClr val="EDF5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4" name="full-204">
            <a:extLst>
              <a:ext uri="{FF2B5EF4-FFF2-40B4-BE49-F238E27FC236}">
                <a16:creationId xmlns:a16="http://schemas.microsoft.com/office/drawing/2014/main" id="{B6E5BA13-4C4D-4DDB-935D-28725B28F88E}"/>
              </a:ext>
            </a:extLst>
          </p:cNvPr>
          <p:cNvSpPr>
            <a:spLocks noGrp="1"/>
          </p:cNvSpPr>
          <p:nvPr/>
        </p:nvSpPr>
        <p:spPr>
          <a:xfrm>
            <a:off x="7349218" y="7353300"/>
            <a:ext cx="510268" cy="258536"/>
          </a:xfrm>
          <a:prstGeom prst="rect">
            <a:avLst/>
          </a:prstGeom>
          <a:solidFill>
            <a:srgbClr val="D1E3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5" name="full-205">
            <a:extLst>
              <a:ext uri="{FF2B5EF4-FFF2-40B4-BE49-F238E27FC236}">
                <a16:creationId xmlns:a16="http://schemas.microsoft.com/office/drawing/2014/main" id="{98374BB6-56A3-4DC3-9A99-5B4462F588D8}"/>
              </a:ext>
            </a:extLst>
          </p:cNvPr>
          <p:cNvSpPr>
            <a:spLocks noGrp="1"/>
          </p:cNvSpPr>
          <p:nvPr/>
        </p:nvSpPr>
        <p:spPr>
          <a:xfrm>
            <a:off x="7859486" y="7353300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6" name="full-206">
            <a:extLst>
              <a:ext uri="{FF2B5EF4-FFF2-40B4-BE49-F238E27FC236}">
                <a16:creationId xmlns:a16="http://schemas.microsoft.com/office/drawing/2014/main" id="{2AEEA4F4-DB2D-49AC-8891-4DE7991A2824}"/>
              </a:ext>
            </a:extLst>
          </p:cNvPr>
          <p:cNvSpPr>
            <a:spLocks noGrp="1"/>
          </p:cNvSpPr>
          <p:nvPr/>
        </p:nvSpPr>
        <p:spPr>
          <a:xfrm>
            <a:off x="8369754" y="7353300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7" name="full-207">
            <a:extLst>
              <a:ext uri="{FF2B5EF4-FFF2-40B4-BE49-F238E27FC236}">
                <a16:creationId xmlns:a16="http://schemas.microsoft.com/office/drawing/2014/main" id="{14E87D1C-A25C-4B21-A6C3-B39ADE26A502}"/>
              </a:ext>
            </a:extLst>
          </p:cNvPr>
          <p:cNvSpPr>
            <a:spLocks noGrp="1"/>
          </p:cNvSpPr>
          <p:nvPr/>
        </p:nvSpPr>
        <p:spPr>
          <a:xfrm>
            <a:off x="8880021" y="7353300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8" name="full-208">
            <a:extLst>
              <a:ext uri="{FF2B5EF4-FFF2-40B4-BE49-F238E27FC236}">
                <a16:creationId xmlns:a16="http://schemas.microsoft.com/office/drawing/2014/main" id="{38911272-33C1-4E33-91E5-7AD6CF1B4019}"/>
              </a:ext>
            </a:extLst>
          </p:cNvPr>
          <p:cNvSpPr>
            <a:spLocks noGrp="1"/>
          </p:cNvSpPr>
          <p:nvPr/>
        </p:nvSpPr>
        <p:spPr>
          <a:xfrm>
            <a:off x="9390289" y="7353300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29" name="full-209">
            <a:extLst>
              <a:ext uri="{FF2B5EF4-FFF2-40B4-BE49-F238E27FC236}">
                <a16:creationId xmlns:a16="http://schemas.microsoft.com/office/drawing/2014/main" id="{64F1447D-A506-470D-BE6E-82CDC3C7046F}"/>
              </a:ext>
            </a:extLst>
          </p:cNvPr>
          <p:cNvSpPr>
            <a:spLocks noGrp="1"/>
          </p:cNvSpPr>
          <p:nvPr/>
        </p:nvSpPr>
        <p:spPr>
          <a:xfrm>
            <a:off x="9900557" y="7353300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0" name="full-210">
            <a:extLst>
              <a:ext uri="{FF2B5EF4-FFF2-40B4-BE49-F238E27FC236}">
                <a16:creationId xmlns:a16="http://schemas.microsoft.com/office/drawing/2014/main" id="{E237590C-5D9B-4912-884E-3438837EB4D6}"/>
              </a:ext>
            </a:extLst>
          </p:cNvPr>
          <p:cNvSpPr>
            <a:spLocks noGrp="1"/>
          </p:cNvSpPr>
          <p:nvPr/>
        </p:nvSpPr>
        <p:spPr>
          <a:xfrm>
            <a:off x="6429375" y="7602311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231" name="full-211">
            <a:extLst>
              <a:ext uri="{FF2B5EF4-FFF2-40B4-BE49-F238E27FC236}">
                <a16:creationId xmlns:a16="http://schemas.microsoft.com/office/drawing/2014/main" id="{01E6BE90-6D3E-4292-9C0E-3F57328BC9A5}"/>
              </a:ext>
            </a:extLst>
          </p:cNvPr>
          <p:cNvSpPr>
            <a:spLocks noGrp="1"/>
          </p:cNvSpPr>
          <p:nvPr/>
        </p:nvSpPr>
        <p:spPr>
          <a:xfrm>
            <a:off x="6838950" y="7611836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2" name="full-212">
            <a:extLst>
              <a:ext uri="{FF2B5EF4-FFF2-40B4-BE49-F238E27FC236}">
                <a16:creationId xmlns:a16="http://schemas.microsoft.com/office/drawing/2014/main" id="{A6DB732E-69B3-4AD2-96FD-2A1C06CE550D}"/>
              </a:ext>
            </a:extLst>
          </p:cNvPr>
          <p:cNvSpPr>
            <a:spLocks noGrp="1"/>
          </p:cNvSpPr>
          <p:nvPr/>
        </p:nvSpPr>
        <p:spPr>
          <a:xfrm>
            <a:off x="7349218" y="7611836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3" name="full-213">
            <a:extLst>
              <a:ext uri="{FF2B5EF4-FFF2-40B4-BE49-F238E27FC236}">
                <a16:creationId xmlns:a16="http://schemas.microsoft.com/office/drawing/2014/main" id="{AE0C2ABE-9DE8-49E6-8C38-1898522A94AE}"/>
              </a:ext>
            </a:extLst>
          </p:cNvPr>
          <p:cNvSpPr>
            <a:spLocks noGrp="1"/>
          </p:cNvSpPr>
          <p:nvPr/>
        </p:nvSpPr>
        <p:spPr>
          <a:xfrm>
            <a:off x="7859486" y="7611836"/>
            <a:ext cx="510268" cy="258536"/>
          </a:xfrm>
          <a:prstGeom prst="rect">
            <a:avLst/>
          </a:prstGeom>
          <a:solidFill>
            <a:srgbClr val="CBDFF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4" name="full-214">
            <a:extLst>
              <a:ext uri="{FF2B5EF4-FFF2-40B4-BE49-F238E27FC236}">
                <a16:creationId xmlns:a16="http://schemas.microsoft.com/office/drawing/2014/main" id="{4FD20077-DFD5-4C76-9C78-A1FED80F62E0}"/>
              </a:ext>
            </a:extLst>
          </p:cNvPr>
          <p:cNvSpPr>
            <a:spLocks noGrp="1"/>
          </p:cNvSpPr>
          <p:nvPr/>
        </p:nvSpPr>
        <p:spPr>
          <a:xfrm>
            <a:off x="8369754" y="7611836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5" name="full-215">
            <a:extLst>
              <a:ext uri="{FF2B5EF4-FFF2-40B4-BE49-F238E27FC236}">
                <a16:creationId xmlns:a16="http://schemas.microsoft.com/office/drawing/2014/main" id="{CFB24ABC-C2B3-4BB3-A64D-C6A019A98F59}"/>
              </a:ext>
            </a:extLst>
          </p:cNvPr>
          <p:cNvSpPr>
            <a:spLocks noGrp="1"/>
          </p:cNvSpPr>
          <p:nvPr/>
        </p:nvSpPr>
        <p:spPr>
          <a:xfrm>
            <a:off x="8880021" y="7611836"/>
            <a:ext cx="510268" cy="258536"/>
          </a:xfrm>
          <a:prstGeom prst="rect">
            <a:avLst/>
          </a:prstGeom>
          <a:solidFill>
            <a:srgbClr val="D1E3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6" name="full-216">
            <a:extLst>
              <a:ext uri="{FF2B5EF4-FFF2-40B4-BE49-F238E27FC236}">
                <a16:creationId xmlns:a16="http://schemas.microsoft.com/office/drawing/2014/main" id="{A3C344E8-FEC3-4A62-86FF-A71D529063E0}"/>
              </a:ext>
            </a:extLst>
          </p:cNvPr>
          <p:cNvSpPr>
            <a:spLocks noGrp="1"/>
          </p:cNvSpPr>
          <p:nvPr/>
        </p:nvSpPr>
        <p:spPr>
          <a:xfrm>
            <a:off x="9390289" y="7611836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7" name="full-217">
            <a:extLst>
              <a:ext uri="{FF2B5EF4-FFF2-40B4-BE49-F238E27FC236}">
                <a16:creationId xmlns:a16="http://schemas.microsoft.com/office/drawing/2014/main" id="{53152A94-8186-43E7-88D6-88AA63AC50C0}"/>
              </a:ext>
            </a:extLst>
          </p:cNvPr>
          <p:cNvSpPr>
            <a:spLocks noGrp="1"/>
          </p:cNvSpPr>
          <p:nvPr/>
        </p:nvSpPr>
        <p:spPr>
          <a:xfrm>
            <a:off x="9900557" y="7611836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38" name="full-218">
            <a:extLst>
              <a:ext uri="{FF2B5EF4-FFF2-40B4-BE49-F238E27FC236}">
                <a16:creationId xmlns:a16="http://schemas.microsoft.com/office/drawing/2014/main" id="{754F4224-2A30-41C5-B17C-10CE38144032}"/>
              </a:ext>
            </a:extLst>
          </p:cNvPr>
          <p:cNvSpPr>
            <a:spLocks noGrp="1"/>
          </p:cNvSpPr>
          <p:nvPr/>
        </p:nvSpPr>
        <p:spPr>
          <a:xfrm>
            <a:off x="6429375" y="7860846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p₃</a:t>
            </a:r>
          </a:p>
        </p:txBody>
      </p:sp>
      <p:sp>
        <p:nvSpPr>
          <p:cNvPr id="239" name="full-219">
            <a:extLst>
              <a:ext uri="{FF2B5EF4-FFF2-40B4-BE49-F238E27FC236}">
                <a16:creationId xmlns:a16="http://schemas.microsoft.com/office/drawing/2014/main" id="{9B766260-3F15-498C-A7B9-714496A5AD66}"/>
              </a:ext>
            </a:extLst>
          </p:cNvPr>
          <p:cNvSpPr>
            <a:spLocks noGrp="1"/>
          </p:cNvSpPr>
          <p:nvPr/>
        </p:nvSpPr>
        <p:spPr>
          <a:xfrm>
            <a:off x="6838950" y="7870371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0" name="full-220">
            <a:extLst>
              <a:ext uri="{FF2B5EF4-FFF2-40B4-BE49-F238E27FC236}">
                <a16:creationId xmlns:a16="http://schemas.microsoft.com/office/drawing/2014/main" id="{AF9EEFBF-F0AC-4024-8D6F-F127B95FC7D9}"/>
              </a:ext>
            </a:extLst>
          </p:cNvPr>
          <p:cNvSpPr>
            <a:spLocks noGrp="1"/>
          </p:cNvSpPr>
          <p:nvPr/>
        </p:nvSpPr>
        <p:spPr>
          <a:xfrm>
            <a:off x="7349218" y="7870371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1" name="full-221">
            <a:extLst>
              <a:ext uri="{FF2B5EF4-FFF2-40B4-BE49-F238E27FC236}">
                <a16:creationId xmlns:a16="http://schemas.microsoft.com/office/drawing/2014/main" id="{AFF09363-593B-4A1A-9564-CCACF542CD19}"/>
              </a:ext>
            </a:extLst>
          </p:cNvPr>
          <p:cNvSpPr>
            <a:spLocks noGrp="1"/>
          </p:cNvSpPr>
          <p:nvPr/>
        </p:nvSpPr>
        <p:spPr>
          <a:xfrm>
            <a:off x="7859486" y="7870371"/>
            <a:ext cx="510268" cy="258536"/>
          </a:xfrm>
          <a:prstGeom prst="rect">
            <a:avLst/>
          </a:prstGeom>
          <a:solidFill>
            <a:srgbClr val="E2EE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2" name="full-222">
            <a:extLst>
              <a:ext uri="{FF2B5EF4-FFF2-40B4-BE49-F238E27FC236}">
                <a16:creationId xmlns:a16="http://schemas.microsoft.com/office/drawing/2014/main" id="{8FA383DE-4913-462C-A7AF-F58C1C72DC10}"/>
              </a:ext>
            </a:extLst>
          </p:cNvPr>
          <p:cNvSpPr>
            <a:spLocks noGrp="1"/>
          </p:cNvSpPr>
          <p:nvPr/>
        </p:nvSpPr>
        <p:spPr>
          <a:xfrm>
            <a:off x="8369754" y="7870371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3" name="full-223">
            <a:extLst>
              <a:ext uri="{FF2B5EF4-FFF2-40B4-BE49-F238E27FC236}">
                <a16:creationId xmlns:a16="http://schemas.microsoft.com/office/drawing/2014/main" id="{5FF4E491-5A8B-4BBB-A990-F684CC29DFF6}"/>
              </a:ext>
            </a:extLst>
          </p:cNvPr>
          <p:cNvSpPr>
            <a:spLocks noGrp="1"/>
          </p:cNvSpPr>
          <p:nvPr/>
        </p:nvSpPr>
        <p:spPr>
          <a:xfrm>
            <a:off x="8880021" y="7870371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4" name="full-224">
            <a:extLst>
              <a:ext uri="{FF2B5EF4-FFF2-40B4-BE49-F238E27FC236}">
                <a16:creationId xmlns:a16="http://schemas.microsoft.com/office/drawing/2014/main" id="{840413A2-7F7E-4559-B884-A3EEFB5BE966}"/>
              </a:ext>
            </a:extLst>
          </p:cNvPr>
          <p:cNvSpPr>
            <a:spLocks noGrp="1"/>
          </p:cNvSpPr>
          <p:nvPr/>
        </p:nvSpPr>
        <p:spPr>
          <a:xfrm>
            <a:off x="9390289" y="7870371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5" name="full-225">
            <a:extLst>
              <a:ext uri="{FF2B5EF4-FFF2-40B4-BE49-F238E27FC236}">
                <a16:creationId xmlns:a16="http://schemas.microsoft.com/office/drawing/2014/main" id="{B66B6E78-6754-46A7-ACFA-303991E07076}"/>
              </a:ext>
            </a:extLst>
          </p:cNvPr>
          <p:cNvSpPr>
            <a:spLocks noGrp="1"/>
          </p:cNvSpPr>
          <p:nvPr/>
        </p:nvSpPr>
        <p:spPr>
          <a:xfrm>
            <a:off x="9900557" y="7870371"/>
            <a:ext cx="510268" cy="258536"/>
          </a:xfrm>
          <a:prstGeom prst="rect">
            <a:avLst/>
          </a:prstGeom>
          <a:solidFill>
            <a:srgbClr val="A9C9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6" name="full-226">
            <a:extLst>
              <a:ext uri="{FF2B5EF4-FFF2-40B4-BE49-F238E27FC236}">
                <a16:creationId xmlns:a16="http://schemas.microsoft.com/office/drawing/2014/main" id="{53854B1E-4816-47AB-8201-DB48FA3C2DBB}"/>
              </a:ext>
            </a:extLst>
          </p:cNvPr>
          <p:cNvSpPr>
            <a:spLocks noGrp="1"/>
          </p:cNvSpPr>
          <p:nvPr/>
        </p:nvSpPr>
        <p:spPr>
          <a:xfrm>
            <a:off x="6429375" y="8119382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p₄</a:t>
            </a:r>
          </a:p>
        </p:txBody>
      </p:sp>
      <p:sp>
        <p:nvSpPr>
          <p:cNvPr id="247" name="full-227">
            <a:extLst>
              <a:ext uri="{FF2B5EF4-FFF2-40B4-BE49-F238E27FC236}">
                <a16:creationId xmlns:a16="http://schemas.microsoft.com/office/drawing/2014/main" id="{2DD27670-2DEE-4D19-BD20-F0AA4C063112}"/>
              </a:ext>
            </a:extLst>
          </p:cNvPr>
          <p:cNvSpPr>
            <a:spLocks noGrp="1"/>
          </p:cNvSpPr>
          <p:nvPr/>
        </p:nvSpPr>
        <p:spPr>
          <a:xfrm>
            <a:off x="6838950" y="8128907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8" name="full-228">
            <a:extLst>
              <a:ext uri="{FF2B5EF4-FFF2-40B4-BE49-F238E27FC236}">
                <a16:creationId xmlns:a16="http://schemas.microsoft.com/office/drawing/2014/main" id="{44526F1B-60C3-4CC3-99C9-E2CC5318331B}"/>
              </a:ext>
            </a:extLst>
          </p:cNvPr>
          <p:cNvSpPr>
            <a:spLocks noGrp="1"/>
          </p:cNvSpPr>
          <p:nvPr/>
        </p:nvSpPr>
        <p:spPr>
          <a:xfrm>
            <a:off x="7349218" y="8128907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49" name="full-229">
            <a:extLst>
              <a:ext uri="{FF2B5EF4-FFF2-40B4-BE49-F238E27FC236}">
                <a16:creationId xmlns:a16="http://schemas.microsoft.com/office/drawing/2014/main" id="{2927E4AC-E0DC-41EB-9549-B8ECD44720DB}"/>
              </a:ext>
            </a:extLst>
          </p:cNvPr>
          <p:cNvSpPr>
            <a:spLocks noGrp="1"/>
          </p:cNvSpPr>
          <p:nvPr/>
        </p:nvSpPr>
        <p:spPr>
          <a:xfrm>
            <a:off x="7859486" y="8128907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0" name="full-230">
            <a:extLst>
              <a:ext uri="{FF2B5EF4-FFF2-40B4-BE49-F238E27FC236}">
                <a16:creationId xmlns:a16="http://schemas.microsoft.com/office/drawing/2014/main" id="{F4B3DE67-AA97-4949-8E03-13759192341C}"/>
              </a:ext>
            </a:extLst>
          </p:cNvPr>
          <p:cNvSpPr>
            <a:spLocks noGrp="1"/>
          </p:cNvSpPr>
          <p:nvPr/>
        </p:nvSpPr>
        <p:spPr>
          <a:xfrm>
            <a:off x="8369754" y="8128907"/>
            <a:ext cx="510268" cy="258536"/>
          </a:xfrm>
          <a:prstGeom prst="rect">
            <a:avLst/>
          </a:prstGeom>
          <a:solidFill>
            <a:srgbClr val="A9C9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1" name="full-231">
            <a:extLst>
              <a:ext uri="{FF2B5EF4-FFF2-40B4-BE49-F238E27FC236}">
                <a16:creationId xmlns:a16="http://schemas.microsoft.com/office/drawing/2014/main" id="{BD51B1E2-6849-495D-A454-A4DA7DA44026}"/>
              </a:ext>
            </a:extLst>
          </p:cNvPr>
          <p:cNvSpPr>
            <a:spLocks noGrp="1"/>
          </p:cNvSpPr>
          <p:nvPr/>
        </p:nvSpPr>
        <p:spPr>
          <a:xfrm>
            <a:off x="8880021" y="8128907"/>
            <a:ext cx="510268" cy="258536"/>
          </a:xfrm>
          <a:prstGeom prst="rect">
            <a:avLst/>
          </a:prstGeom>
          <a:solidFill>
            <a:srgbClr val="BAD4E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2" name="full-232">
            <a:extLst>
              <a:ext uri="{FF2B5EF4-FFF2-40B4-BE49-F238E27FC236}">
                <a16:creationId xmlns:a16="http://schemas.microsoft.com/office/drawing/2014/main" id="{72CADFAA-4849-47B3-A2B9-567D6202C9CD}"/>
              </a:ext>
            </a:extLst>
          </p:cNvPr>
          <p:cNvSpPr>
            <a:spLocks noGrp="1"/>
          </p:cNvSpPr>
          <p:nvPr/>
        </p:nvSpPr>
        <p:spPr>
          <a:xfrm>
            <a:off x="9390289" y="8128907"/>
            <a:ext cx="510268" cy="258536"/>
          </a:xfrm>
          <a:prstGeom prst="rect">
            <a:avLst/>
          </a:prstGeom>
          <a:solidFill>
            <a:srgbClr val="CBDFF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3" name="full-233">
            <a:extLst>
              <a:ext uri="{FF2B5EF4-FFF2-40B4-BE49-F238E27FC236}">
                <a16:creationId xmlns:a16="http://schemas.microsoft.com/office/drawing/2014/main" id="{32A770EC-B965-4A3F-8C04-21CAB420A4DC}"/>
              </a:ext>
            </a:extLst>
          </p:cNvPr>
          <p:cNvSpPr>
            <a:spLocks noGrp="1"/>
          </p:cNvSpPr>
          <p:nvPr/>
        </p:nvSpPr>
        <p:spPr>
          <a:xfrm>
            <a:off x="9900557" y="8128907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4" name="full-234">
            <a:extLst>
              <a:ext uri="{FF2B5EF4-FFF2-40B4-BE49-F238E27FC236}">
                <a16:creationId xmlns:a16="http://schemas.microsoft.com/office/drawing/2014/main" id="{C307B82D-3CCA-46A7-B7BB-60C0C8AAFF1D}"/>
              </a:ext>
            </a:extLst>
          </p:cNvPr>
          <p:cNvSpPr>
            <a:spLocks noGrp="1"/>
          </p:cNvSpPr>
          <p:nvPr/>
        </p:nvSpPr>
        <p:spPr>
          <a:xfrm>
            <a:off x="6429375" y="8377918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p₅</a:t>
            </a:r>
          </a:p>
        </p:txBody>
      </p:sp>
      <p:sp>
        <p:nvSpPr>
          <p:cNvPr id="255" name="full-235">
            <a:extLst>
              <a:ext uri="{FF2B5EF4-FFF2-40B4-BE49-F238E27FC236}">
                <a16:creationId xmlns:a16="http://schemas.microsoft.com/office/drawing/2014/main" id="{7192EEEB-C1E0-480C-B898-BC1BEF775830}"/>
              </a:ext>
            </a:extLst>
          </p:cNvPr>
          <p:cNvSpPr>
            <a:spLocks noGrp="1"/>
          </p:cNvSpPr>
          <p:nvPr/>
        </p:nvSpPr>
        <p:spPr>
          <a:xfrm>
            <a:off x="6838950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6" name="full-236">
            <a:extLst>
              <a:ext uri="{FF2B5EF4-FFF2-40B4-BE49-F238E27FC236}">
                <a16:creationId xmlns:a16="http://schemas.microsoft.com/office/drawing/2014/main" id="{80B7B115-545B-4A52-81D5-81221F609044}"/>
              </a:ext>
            </a:extLst>
          </p:cNvPr>
          <p:cNvSpPr>
            <a:spLocks noGrp="1"/>
          </p:cNvSpPr>
          <p:nvPr/>
        </p:nvSpPr>
        <p:spPr>
          <a:xfrm>
            <a:off x="7349218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7" name="full-237">
            <a:extLst>
              <a:ext uri="{FF2B5EF4-FFF2-40B4-BE49-F238E27FC236}">
                <a16:creationId xmlns:a16="http://schemas.microsoft.com/office/drawing/2014/main" id="{7B8AD351-21FA-4E1B-950C-16D752B663CC}"/>
              </a:ext>
            </a:extLst>
          </p:cNvPr>
          <p:cNvSpPr>
            <a:spLocks noGrp="1"/>
          </p:cNvSpPr>
          <p:nvPr/>
        </p:nvSpPr>
        <p:spPr>
          <a:xfrm>
            <a:off x="7859486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8" name="full-238">
            <a:extLst>
              <a:ext uri="{FF2B5EF4-FFF2-40B4-BE49-F238E27FC236}">
                <a16:creationId xmlns:a16="http://schemas.microsoft.com/office/drawing/2014/main" id="{FEF7E093-89A3-48AB-8326-0589C46EE2F1}"/>
              </a:ext>
            </a:extLst>
          </p:cNvPr>
          <p:cNvSpPr>
            <a:spLocks noGrp="1"/>
          </p:cNvSpPr>
          <p:nvPr/>
        </p:nvSpPr>
        <p:spPr>
          <a:xfrm>
            <a:off x="8369754" y="8387443"/>
            <a:ext cx="510268" cy="25853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59" name="full-239">
            <a:extLst>
              <a:ext uri="{FF2B5EF4-FFF2-40B4-BE49-F238E27FC236}">
                <a16:creationId xmlns:a16="http://schemas.microsoft.com/office/drawing/2014/main" id="{EDCDA2B0-EE6C-47CF-BF2D-935536389C04}"/>
              </a:ext>
            </a:extLst>
          </p:cNvPr>
          <p:cNvSpPr>
            <a:spLocks noGrp="1"/>
          </p:cNvSpPr>
          <p:nvPr/>
        </p:nvSpPr>
        <p:spPr>
          <a:xfrm>
            <a:off x="8880021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0" name="full-240">
            <a:extLst>
              <a:ext uri="{FF2B5EF4-FFF2-40B4-BE49-F238E27FC236}">
                <a16:creationId xmlns:a16="http://schemas.microsoft.com/office/drawing/2014/main" id="{04D105FC-1357-4A8E-A7E8-939D0DF5C0B6}"/>
              </a:ext>
            </a:extLst>
          </p:cNvPr>
          <p:cNvSpPr>
            <a:spLocks noGrp="1"/>
          </p:cNvSpPr>
          <p:nvPr/>
        </p:nvSpPr>
        <p:spPr>
          <a:xfrm>
            <a:off x="9390289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1" name="full-241">
            <a:extLst>
              <a:ext uri="{FF2B5EF4-FFF2-40B4-BE49-F238E27FC236}">
                <a16:creationId xmlns:a16="http://schemas.microsoft.com/office/drawing/2014/main" id="{A7E1D264-291A-4D3A-B1CF-081D675EE96E}"/>
              </a:ext>
            </a:extLst>
          </p:cNvPr>
          <p:cNvSpPr>
            <a:spLocks noGrp="1"/>
          </p:cNvSpPr>
          <p:nvPr/>
        </p:nvSpPr>
        <p:spPr>
          <a:xfrm>
            <a:off x="9900557" y="8387443"/>
            <a:ext cx="510268" cy="258536"/>
          </a:xfrm>
          <a:prstGeom prst="rect">
            <a:avLst/>
          </a:prstGeom>
          <a:solidFill>
            <a:srgbClr val="AFCD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2" name="full-242">
            <a:extLst>
              <a:ext uri="{FF2B5EF4-FFF2-40B4-BE49-F238E27FC236}">
                <a16:creationId xmlns:a16="http://schemas.microsoft.com/office/drawing/2014/main" id="{A01434E9-E585-440F-8CD3-FB86D9969CAC}"/>
              </a:ext>
            </a:extLst>
          </p:cNvPr>
          <p:cNvSpPr>
            <a:spLocks noGrp="1"/>
          </p:cNvSpPr>
          <p:nvPr/>
        </p:nvSpPr>
        <p:spPr>
          <a:xfrm>
            <a:off x="6429375" y="8636454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p₆</a:t>
            </a:r>
          </a:p>
        </p:txBody>
      </p:sp>
      <p:sp>
        <p:nvSpPr>
          <p:cNvPr id="263" name="full-243">
            <a:extLst>
              <a:ext uri="{FF2B5EF4-FFF2-40B4-BE49-F238E27FC236}">
                <a16:creationId xmlns:a16="http://schemas.microsoft.com/office/drawing/2014/main" id="{EA32D942-F977-42F0-809A-CB846B474396}"/>
              </a:ext>
            </a:extLst>
          </p:cNvPr>
          <p:cNvSpPr>
            <a:spLocks noGrp="1"/>
          </p:cNvSpPr>
          <p:nvPr/>
        </p:nvSpPr>
        <p:spPr>
          <a:xfrm>
            <a:off x="6838950" y="8645979"/>
            <a:ext cx="510268" cy="258536"/>
          </a:xfrm>
          <a:prstGeom prst="rect">
            <a:avLst/>
          </a:prstGeom>
          <a:solidFill>
            <a:srgbClr val="E7F1FB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4" name="full-244">
            <a:extLst>
              <a:ext uri="{FF2B5EF4-FFF2-40B4-BE49-F238E27FC236}">
                <a16:creationId xmlns:a16="http://schemas.microsoft.com/office/drawing/2014/main" id="{3EE84811-B78B-4140-83B6-B45D0F8F3FC6}"/>
              </a:ext>
            </a:extLst>
          </p:cNvPr>
          <p:cNvSpPr>
            <a:spLocks noGrp="1"/>
          </p:cNvSpPr>
          <p:nvPr/>
        </p:nvSpPr>
        <p:spPr>
          <a:xfrm>
            <a:off x="7349218" y="8645979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5" name="full-245">
            <a:extLst>
              <a:ext uri="{FF2B5EF4-FFF2-40B4-BE49-F238E27FC236}">
                <a16:creationId xmlns:a16="http://schemas.microsoft.com/office/drawing/2014/main" id="{C1B882DE-4F8D-46FE-BDF7-D977DF0625CF}"/>
              </a:ext>
            </a:extLst>
          </p:cNvPr>
          <p:cNvSpPr>
            <a:spLocks noGrp="1"/>
          </p:cNvSpPr>
          <p:nvPr/>
        </p:nvSpPr>
        <p:spPr>
          <a:xfrm>
            <a:off x="7859486" y="8645979"/>
            <a:ext cx="510268" cy="258536"/>
          </a:xfrm>
          <a:prstGeom prst="rect">
            <a:avLst/>
          </a:prstGeom>
          <a:solidFill>
            <a:srgbClr val="C6DCF2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6" name="full-246">
            <a:extLst>
              <a:ext uri="{FF2B5EF4-FFF2-40B4-BE49-F238E27FC236}">
                <a16:creationId xmlns:a16="http://schemas.microsoft.com/office/drawing/2014/main" id="{F5B5B38C-1761-4B2E-AB3D-EC845A345EB7}"/>
              </a:ext>
            </a:extLst>
          </p:cNvPr>
          <p:cNvSpPr>
            <a:spLocks noGrp="1"/>
          </p:cNvSpPr>
          <p:nvPr/>
        </p:nvSpPr>
        <p:spPr>
          <a:xfrm>
            <a:off x="8369754" y="8645979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7" name="full-247">
            <a:extLst>
              <a:ext uri="{FF2B5EF4-FFF2-40B4-BE49-F238E27FC236}">
                <a16:creationId xmlns:a16="http://schemas.microsoft.com/office/drawing/2014/main" id="{476D97A4-3790-4B29-B34C-0C84A0265470}"/>
              </a:ext>
            </a:extLst>
          </p:cNvPr>
          <p:cNvSpPr>
            <a:spLocks noGrp="1"/>
          </p:cNvSpPr>
          <p:nvPr/>
        </p:nvSpPr>
        <p:spPr>
          <a:xfrm>
            <a:off x="8880021" y="8645979"/>
            <a:ext cx="510268" cy="258536"/>
          </a:xfrm>
          <a:prstGeom prst="rect">
            <a:avLst/>
          </a:prstGeom>
          <a:solidFill>
            <a:srgbClr val="A4C6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8" name="full-248">
            <a:extLst>
              <a:ext uri="{FF2B5EF4-FFF2-40B4-BE49-F238E27FC236}">
                <a16:creationId xmlns:a16="http://schemas.microsoft.com/office/drawing/2014/main" id="{99F1A4E7-93BC-4DA6-B5DF-22AA2F1E5BD4}"/>
              </a:ext>
            </a:extLst>
          </p:cNvPr>
          <p:cNvSpPr>
            <a:spLocks noGrp="1"/>
          </p:cNvSpPr>
          <p:nvPr/>
        </p:nvSpPr>
        <p:spPr>
          <a:xfrm>
            <a:off x="9390289" y="8645979"/>
            <a:ext cx="510268" cy="258536"/>
          </a:xfrm>
          <a:prstGeom prst="rect">
            <a:avLst/>
          </a:prstGeom>
          <a:solidFill>
            <a:srgbClr val="93BBE4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69" name="full-249">
            <a:extLst>
              <a:ext uri="{FF2B5EF4-FFF2-40B4-BE49-F238E27FC236}">
                <a16:creationId xmlns:a16="http://schemas.microsoft.com/office/drawing/2014/main" id="{340457A5-BA5C-42A0-A083-C69EA410747E}"/>
              </a:ext>
            </a:extLst>
          </p:cNvPr>
          <p:cNvSpPr>
            <a:spLocks noGrp="1"/>
          </p:cNvSpPr>
          <p:nvPr/>
        </p:nvSpPr>
        <p:spPr>
          <a:xfrm>
            <a:off x="9900557" y="8645979"/>
            <a:ext cx="510268" cy="258536"/>
          </a:xfrm>
          <a:prstGeom prst="rect">
            <a:avLst/>
          </a:prstGeom>
          <a:solidFill>
            <a:srgbClr val="E2EE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0" name="full-250">
            <a:extLst>
              <a:ext uri="{FF2B5EF4-FFF2-40B4-BE49-F238E27FC236}">
                <a16:creationId xmlns:a16="http://schemas.microsoft.com/office/drawing/2014/main" id="{89F19A29-8C17-4FE2-A1CB-B941CCF92B30}"/>
              </a:ext>
            </a:extLst>
          </p:cNvPr>
          <p:cNvSpPr>
            <a:spLocks noGrp="1"/>
          </p:cNvSpPr>
          <p:nvPr/>
        </p:nvSpPr>
        <p:spPr>
          <a:xfrm>
            <a:off x="6429375" y="8894989"/>
            <a:ext cx="333375" cy="258536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p₇</a:t>
            </a:r>
          </a:p>
        </p:txBody>
      </p:sp>
      <p:sp>
        <p:nvSpPr>
          <p:cNvPr id="271" name="full-251">
            <a:extLst>
              <a:ext uri="{FF2B5EF4-FFF2-40B4-BE49-F238E27FC236}">
                <a16:creationId xmlns:a16="http://schemas.microsoft.com/office/drawing/2014/main" id="{08822BC3-E358-4BEE-9A79-DC97C53763AA}"/>
              </a:ext>
            </a:extLst>
          </p:cNvPr>
          <p:cNvSpPr>
            <a:spLocks noGrp="1"/>
          </p:cNvSpPr>
          <p:nvPr/>
        </p:nvSpPr>
        <p:spPr>
          <a:xfrm>
            <a:off x="6838950" y="8904514"/>
            <a:ext cx="510268" cy="258536"/>
          </a:xfrm>
          <a:prstGeom prst="rect">
            <a:avLst/>
          </a:prstGeom>
          <a:solidFill>
            <a:srgbClr val="C0D8F0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2" name="full-252">
            <a:extLst>
              <a:ext uri="{FF2B5EF4-FFF2-40B4-BE49-F238E27FC236}">
                <a16:creationId xmlns:a16="http://schemas.microsoft.com/office/drawing/2014/main" id="{5C1B6336-52FF-4C97-9E8A-745483857E2B}"/>
              </a:ext>
            </a:extLst>
          </p:cNvPr>
          <p:cNvSpPr>
            <a:spLocks noGrp="1"/>
          </p:cNvSpPr>
          <p:nvPr/>
        </p:nvSpPr>
        <p:spPr>
          <a:xfrm>
            <a:off x="7349218" y="8904514"/>
            <a:ext cx="510268" cy="258536"/>
          </a:xfrm>
          <a:prstGeom prst="rect">
            <a:avLst/>
          </a:prstGeom>
          <a:solidFill>
            <a:srgbClr val="9EC2E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3" name="full-253">
            <a:extLst>
              <a:ext uri="{FF2B5EF4-FFF2-40B4-BE49-F238E27FC236}">
                <a16:creationId xmlns:a16="http://schemas.microsoft.com/office/drawing/2014/main" id="{54276959-2EC1-4F5D-80A6-6383A56778BC}"/>
              </a:ext>
            </a:extLst>
          </p:cNvPr>
          <p:cNvSpPr>
            <a:spLocks noGrp="1"/>
          </p:cNvSpPr>
          <p:nvPr/>
        </p:nvSpPr>
        <p:spPr>
          <a:xfrm>
            <a:off x="7859486" y="8904514"/>
            <a:ext cx="510268" cy="258536"/>
          </a:xfrm>
          <a:prstGeom prst="rect">
            <a:avLst/>
          </a:prstGeom>
          <a:solidFill>
            <a:srgbClr val="DCEAF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4" name="full-254">
            <a:extLst>
              <a:ext uri="{FF2B5EF4-FFF2-40B4-BE49-F238E27FC236}">
                <a16:creationId xmlns:a16="http://schemas.microsoft.com/office/drawing/2014/main" id="{7F95A125-0CC9-4987-8F92-46109813E6EF}"/>
              </a:ext>
            </a:extLst>
          </p:cNvPr>
          <p:cNvSpPr>
            <a:spLocks noGrp="1"/>
          </p:cNvSpPr>
          <p:nvPr/>
        </p:nvSpPr>
        <p:spPr>
          <a:xfrm>
            <a:off x="8369754" y="8904514"/>
            <a:ext cx="510268" cy="258536"/>
          </a:xfrm>
          <a:prstGeom prst="rect">
            <a:avLst/>
          </a:prstGeom>
          <a:solidFill>
            <a:srgbClr val="BAD4E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5" name="full-255">
            <a:extLst>
              <a:ext uri="{FF2B5EF4-FFF2-40B4-BE49-F238E27FC236}">
                <a16:creationId xmlns:a16="http://schemas.microsoft.com/office/drawing/2014/main" id="{9FFA13BB-55DE-4381-AB5C-F0927AE32D82}"/>
              </a:ext>
            </a:extLst>
          </p:cNvPr>
          <p:cNvSpPr>
            <a:spLocks noGrp="1"/>
          </p:cNvSpPr>
          <p:nvPr/>
        </p:nvSpPr>
        <p:spPr>
          <a:xfrm>
            <a:off x="8880021" y="8904514"/>
            <a:ext cx="510268" cy="258536"/>
          </a:xfrm>
          <a:prstGeom prst="rect">
            <a:avLst/>
          </a:prstGeom>
          <a:solidFill>
            <a:srgbClr val="99BF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6" name="full-256">
            <a:extLst>
              <a:ext uri="{FF2B5EF4-FFF2-40B4-BE49-F238E27FC236}">
                <a16:creationId xmlns:a16="http://schemas.microsoft.com/office/drawing/2014/main" id="{648B1A83-0819-488C-96B5-27EC6B69E70C}"/>
              </a:ext>
            </a:extLst>
          </p:cNvPr>
          <p:cNvSpPr>
            <a:spLocks noGrp="1"/>
          </p:cNvSpPr>
          <p:nvPr/>
        </p:nvSpPr>
        <p:spPr>
          <a:xfrm>
            <a:off x="9390289" y="8904514"/>
            <a:ext cx="510268" cy="258536"/>
          </a:xfrm>
          <a:prstGeom prst="rect">
            <a:avLst/>
          </a:prstGeom>
          <a:solidFill>
            <a:srgbClr val="D6E6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7" name="full-257">
            <a:extLst>
              <a:ext uri="{FF2B5EF4-FFF2-40B4-BE49-F238E27FC236}">
                <a16:creationId xmlns:a16="http://schemas.microsoft.com/office/drawing/2014/main" id="{FB2906F0-6449-4911-8DE2-32F61E159AD3}"/>
              </a:ext>
            </a:extLst>
          </p:cNvPr>
          <p:cNvSpPr>
            <a:spLocks noGrp="1"/>
          </p:cNvSpPr>
          <p:nvPr/>
        </p:nvSpPr>
        <p:spPr>
          <a:xfrm>
            <a:off x="9900557" y="8904514"/>
            <a:ext cx="510268" cy="258536"/>
          </a:xfrm>
          <a:prstGeom prst="rect">
            <a:avLst/>
          </a:prstGeom>
          <a:solidFill>
            <a:srgbClr val="B5D1E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278" name="full-258">
            <a:extLst>
              <a:ext uri="{FF2B5EF4-FFF2-40B4-BE49-F238E27FC236}">
                <a16:creationId xmlns:a16="http://schemas.microsoft.com/office/drawing/2014/main" id="{1FCD1F4C-2142-43BB-98F8-79360671611B}"/>
              </a:ext>
            </a:extLst>
          </p:cNvPr>
          <p:cNvSpPr>
            <a:spLocks noGrp="1"/>
          </p:cNvSpPr>
          <p:nvPr/>
        </p:nvSpPr>
        <p:spPr>
          <a:xfrm>
            <a:off x="10658475" y="7353300"/>
            <a:ext cx="114300" cy="129254"/>
          </a:xfrm>
          <a:prstGeom prst="rect">
            <a:avLst/>
          </a:prstGeom>
          <a:solidFill>
            <a:srgbClr val="EAF4FE"/>
          </a:solidFill>
          <a:ln w="9525">
            <a:noFill/>
            <a:prstDash val="solid"/>
          </a:ln>
        </p:spPr>
      </p:sp>
      <p:sp>
        <p:nvSpPr>
          <p:cNvPr id="279" name="full-259">
            <a:extLst>
              <a:ext uri="{FF2B5EF4-FFF2-40B4-BE49-F238E27FC236}">
                <a16:creationId xmlns:a16="http://schemas.microsoft.com/office/drawing/2014/main" id="{2DE888AD-B603-4027-8652-B1AE715369C2}"/>
              </a:ext>
            </a:extLst>
          </p:cNvPr>
          <p:cNvSpPr>
            <a:spLocks noGrp="1"/>
          </p:cNvSpPr>
          <p:nvPr/>
        </p:nvSpPr>
        <p:spPr>
          <a:xfrm>
            <a:off x="10658475" y="7482554"/>
            <a:ext cx="114300" cy="129254"/>
          </a:xfrm>
          <a:prstGeom prst="rect">
            <a:avLst/>
          </a:prstGeom>
          <a:solidFill>
            <a:srgbClr val="DDECFA"/>
          </a:solidFill>
          <a:ln w="9525">
            <a:noFill/>
            <a:prstDash val="solid"/>
          </a:ln>
        </p:spPr>
      </p:sp>
      <p:sp>
        <p:nvSpPr>
          <p:cNvPr id="280" name="full-260">
            <a:extLst>
              <a:ext uri="{FF2B5EF4-FFF2-40B4-BE49-F238E27FC236}">
                <a16:creationId xmlns:a16="http://schemas.microsoft.com/office/drawing/2014/main" id="{6724B22F-8449-460A-9D0A-3F6C1CB227E4}"/>
              </a:ext>
            </a:extLst>
          </p:cNvPr>
          <p:cNvSpPr>
            <a:spLocks noGrp="1"/>
          </p:cNvSpPr>
          <p:nvPr/>
        </p:nvSpPr>
        <p:spPr>
          <a:xfrm>
            <a:off x="10658475" y="7611809"/>
            <a:ext cx="114300" cy="129254"/>
          </a:xfrm>
          <a:prstGeom prst="rect">
            <a:avLst/>
          </a:prstGeom>
          <a:solidFill>
            <a:srgbClr val="D0E4F6"/>
          </a:solidFill>
          <a:ln w="9525">
            <a:noFill/>
            <a:prstDash val="solid"/>
          </a:ln>
        </p:spPr>
      </p:sp>
      <p:sp>
        <p:nvSpPr>
          <p:cNvPr id="281" name="full-261">
            <a:extLst>
              <a:ext uri="{FF2B5EF4-FFF2-40B4-BE49-F238E27FC236}">
                <a16:creationId xmlns:a16="http://schemas.microsoft.com/office/drawing/2014/main" id="{2A9A18B6-D782-4D5E-9D2C-9B0E943CFF82}"/>
              </a:ext>
            </a:extLst>
          </p:cNvPr>
          <p:cNvSpPr>
            <a:spLocks noGrp="1"/>
          </p:cNvSpPr>
          <p:nvPr/>
        </p:nvSpPr>
        <p:spPr>
          <a:xfrm>
            <a:off x="10658475" y="7741063"/>
            <a:ext cx="114300" cy="129254"/>
          </a:xfrm>
          <a:prstGeom prst="rect">
            <a:avLst/>
          </a:prstGeom>
          <a:solidFill>
            <a:srgbClr val="C2DCF2"/>
          </a:solidFill>
          <a:ln w="9525">
            <a:noFill/>
            <a:prstDash val="solid"/>
          </a:ln>
        </p:spPr>
      </p:sp>
      <p:sp>
        <p:nvSpPr>
          <p:cNvPr id="282" name="full-262">
            <a:extLst>
              <a:ext uri="{FF2B5EF4-FFF2-40B4-BE49-F238E27FC236}">
                <a16:creationId xmlns:a16="http://schemas.microsoft.com/office/drawing/2014/main" id="{11FAAAA7-AD2C-4FE7-8C79-AEDFCDED03DC}"/>
              </a:ext>
            </a:extLst>
          </p:cNvPr>
          <p:cNvSpPr>
            <a:spLocks noGrp="1"/>
          </p:cNvSpPr>
          <p:nvPr/>
        </p:nvSpPr>
        <p:spPr>
          <a:xfrm>
            <a:off x="10658475" y="7870317"/>
            <a:ext cx="114300" cy="129254"/>
          </a:xfrm>
          <a:prstGeom prst="rect">
            <a:avLst/>
          </a:prstGeom>
          <a:solidFill>
            <a:srgbClr val="B5D4EE"/>
          </a:solidFill>
          <a:ln w="9525">
            <a:noFill/>
            <a:prstDash val="solid"/>
          </a:ln>
        </p:spPr>
      </p:sp>
      <p:sp>
        <p:nvSpPr>
          <p:cNvPr id="283" name="full-263">
            <a:extLst>
              <a:ext uri="{FF2B5EF4-FFF2-40B4-BE49-F238E27FC236}">
                <a16:creationId xmlns:a16="http://schemas.microsoft.com/office/drawing/2014/main" id="{8AB33485-43C8-4D4B-9711-0262B4E79B2E}"/>
              </a:ext>
            </a:extLst>
          </p:cNvPr>
          <p:cNvSpPr>
            <a:spLocks noGrp="1"/>
          </p:cNvSpPr>
          <p:nvPr/>
        </p:nvSpPr>
        <p:spPr>
          <a:xfrm>
            <a:off x="10658475" y="7999571"/>
            <a:ext cx="114300" cy="129254"/>
          </a:xfrm>
          <a:prstGeom prst="rect">
            <a:avLst/>
          </a:prstGeom>
          <a:solidFill>
            <a:srgbClr val="A8CCEA"/>
          </a:solidFill>
          <a:ln w="9525">
            <a:noFill/>
            <a:prstDash val="solid"/>
          </a:ln>
        </p:spPr>
      </p:sp>
      <p:sp>
        <p:nvSpPr>
          <p:cNvPr id="284" name="full-264">
            <a:extLst>
              <a:ext uri="{FF2B5EF4-FFF2-40B4-BE49-F238E27FC236}">
                <a16:creationId xmlns:a16="http://schemas.microsoft.com/office/drawing/2014/main" id="{7FB4D0BC-C639-46F2-9D79-B4723808F63A}"/>
              </a:ext>
            </a:extLst>
          </p:cNvPr>
          <p:cNvSpPr>
            <a:spLocks noGrp="1"/>
          </p:cNvSpPr>
          <p:nvPr/>
        </p:nvSpPr>
        <p:spPr>
          <a:xfrm>
            <a:off x="10658475" y="8128826"/>
            <a:ext cx="114300" cy="129254"/>
          </a:xfrm>
          <a:prstGeom prst="rect">
            <a:avLst/>
          </a:prstGeom>
          <a:solidFill>
            <a:srgbClr val="9BC4E6"/>
          </a:solidFill>
          <a:ln w="9525">
            <a:noFill/>
            <a:prstDash val="solid"/>
          </a:ln>
        </p:spPr>
      </p:sp>
      <p:sp>
        <p:nvSpPr>
          <p:cNvPr id="285" name="full-265">
            <a:extLst>
              <a:ext uri="{FF2B5EF4-FFF2-40B4-BE49-F238E27FC236}">
                <a16:creationId xmlns:a16="http://schemas.microsoft.com/office/drawing/2014/main" id="{DB9EC3A2-5F1E-41BD-9072-105A03409903}"/>
              </a:ext>
            </a:extLst>
          </p:cNvPr>
          <p:cNvSpPr>
            <a:spLocks noGrp="1"/>
          </p:cNvSpPr>
          <p:nvPr/>
        </p:nvSpPr>
        <p:spPr>
          <a:xfrm>
            <a:off x="10658475" y="8258080"/>
            <a:ext cx="114300" cy="129254"/>
          </a:xfrm>
          <a:prstGeom prst="rect">
            <a:avLst/>
          </a:prstGeom>
          <a:solidFill>
            <a:srgbClr val="8DBBE2"/>
          </a:solidFill>
          <a:ln w="9525">
            <a:noFill/>
            <a:prstDash val="solid"/>
          </a:ln>
        </p:spPr>
      </p:sp>
      <p:sp>
        <p:nvSpPr>
          <p:cNvPr id="286" name="full-266">
            <a:extLst>
              <a:ext uri="{FF2B5EF4-FFF2-40B4-BE49-F238E27FC236}">
                <a16:creationId xmlns:a16="http://schemas.microsoft.com/office/drawing/2014/main" id="{3A3BE3C2-8FF8-45A5-9550-BF10965AA4EC}"/>
              </a:ext>
            </a:extLst>
          </p:cNvPr>
          <p:cNvSpPr>
            <a:spLocks noGrp="1"/>
          </p:cNvSpPr>
          <p:nvPr/>
        </p:nvSpPr>
        <p:spPr>
          <a:xfrm>
            <a:off x="10658475" y="8387334"/>
            <a:ext cx="114300" cy="129254"/>
          </a:xfrm>
          <a:prstGeom prst="rect">
            <a:avLst/>
          </a:prstGeom>
          <a:solidFill>
            <a:srgbClr val="80B3DE"/>
          </a:solidFill>
          <a:ln w="9525">
            <a:noFill/>
            <a:prstDash val="solid"/>
          </a:ln>
        </p:spPr>
      </p:sp>
      <p:sp>
        <p:nvSpPr>
          <p:cNvPr id="287" name="full-267">
            <a:extLst>
              <a:ext uri="{FF2B5EF4-FFF2-40B4-BE49-F238E27FC236}">
                <a16:creationId xmlns:a16="http://schemas.microsoft.com/office/drawing/2014/main" id="{B345A064-D376-4BFB-B621-DD4931E15596}"/>
              </a:ext>
            </a:extLst>
          </p:cNvPr>
          <p:cNvSpPr>
            <a:spLocks noGrp="1"/>
          </p:cNvSpPr>
          <p:nvPr/>
        </p:nvSpPr>
        <p:spPr>
          <a:xfrm>
            <a:off x="10658475" y="8516588"/>
            <a:ext cx="114300" cy="129254"/>
          </a:xfrm>
          <a:prstGeom prst="rect">
            <a:avLst/>
          </a:prstGeom>
          <a:solidFill>
            <a:srgbClr val="73ABDA"/>
          </a:solidFill>
          <a:ln w="9525">
            <a:noFill/>
            <a:prstDash val="solid"/>
          </a:ln>
        </p:spPr>
      </p:sp>
      <p:sp>
        <p:nvSpPr>
          <p:cNvPr id="288" name="full-268">
            <a:extLst>
              <a:ext uri="{FF2B5EF4-FFF2-40B4-BE49-F238E27FC236}">
                <a16:creationId xmlns:a16="http://schemas.microsoft.com/office/drawing/2014/main" id="{9DB2101E-1D6D-4911-92D1-BD92DFE17715}"/>
              </a:ext>
            </a:extLst>
          </p:cNvPr>
          <p:cNvSpPr>
            <a:spLocks noGrp="1"/>
          </p:cNvSpPr>
          <p:nvPr/>
        </p:nvSpPr>
        <p:spPr>
          <a:xfrm>
            <a:off x="10658475" y="8645843"/>
            <a:ext cx="114300" cy="129254"/>
          </a:xfrm>
          <a:prstGeom prst="rect">
            <a:avLst/>
          </a:prstGeom>
          <a:solidFill>
            <a:srgbClr val="66A3D6"/>
          </a:solidFill>
          <a:ln w="9525">
            <a:noFill/>
            <a:prstDash val="solid"/>
          </a:ln>
        </p:spPr>
      </p:sp>
      <p:sp>
        <p:nvSpPr>
          <p:cNvPr id="289" name="full-269">
            <a:extLst>
              <a:ext uri="{FF2B5EF4-FFF2-40B4-BE49-F238E27FC236}">
                <a16:creationId xmlns:a16="http://schemas.microsoft.com/office/drawing/2014/main" id="{CAA94DF1-582C-4C22-A32D-CBFE9198C61C}"/>
              </a:ext>
            </a:extLst>
          </p:cNvPr>
          <p:cNvSpPr>
            <a:spLocks noGrp="1"/>
          </p:cNvSpPr>
          <p:nvPr/>
        </p:nvSpPr>
        <p:spPr>
          <a:xfrm>
            <a:off x="10658475" y="8775097"/>
            <a:ext cx="114300" cy="129254"/>
          </a:xfrm>
          <a:prstGeom prst="rect">
            <a:avLst/>
          </a:prstGeom>
          <a:solidFill>
            <a:srgbClr val="589BD2"/>
          </a:solidFill>
          <a:ln w="9525">
            <a:noFill/>
            <a:prstDash val="solid"/>
          </a:ln>
        </p:spPr>
      </p:sp>
      <p:sp>
        <p:nvSpPr>
          <p:cNvPr id="290" name="full-270">
            <a:extLst>
              <a:ext uri="{FF2B5EF4-FFF2-40B4-BE49-F238E27FC236}">
                <a16:creationId xmlns:a16="http://schemas.microsoft.com/office/drawing/2014/main" id="{F692F607-CAC3-4F49-83F6-2C87E486DD91}"/>
              </a:ext>
            </a:extLst>
          </p:cNvPr>
          <p:cNvSpPr>
            <a:spLocks noGrp="1"/>
          </p:cNvSpPr>
          <p:nvPr/>
        </p:nvSpPr>
        <p:spPr>
          <a:xfrm>
            <a:off x="10658475" y="8904351"/>
            <a:ext cx="114300" cy="129254"/>
          </a:xfrm>
          <a:prstGeom prst="rect">
            <a:avLst/>
          </a:prstGeom>
          <a:solidFill>
            <a:srgbClr val="4B93CE"/>
          </a:solidFill>
          <a:ln w="9525">
            <a:noFill/>
            <a:prstDash val="solid"/>
          </a:ln>
        </p:spPr>
      </p:sp>
      <p:sp>
        <p:nvSpPr>
          <p:cNvPr id="291" name="full-271">
            <a:extLst>
              <a:ext uri="{FF2B5EF4-FFF2-40B4-BE49-F238E27FC236}">
                <a16:creationId xmlns:a16="http://schemas.microsoft.com/office/drawing/2014/main" id="{37AA4CE6-6BD0-4F10-A316-D321ABBF1EA5}"/>
              </a:ext>
            </a:extLst>
          </p:cNvPr>
          <p:cNvSpPr>
            <a:spLocks noGrp="1"/>
          </p:cNvSpPr>
          <p:nvPr/>
        </p:nvSpPr>
        <p:spPr>
          <a:xfrm>
            <a:off x="10658475" y="9033605"/>
            <a:ext cx="114300" cy="129254"/>
          </a:xfrm>
          <a:prstGeom prst="rect">
            <a:avLst/>
          </a:prstGeom>
          <a:solidFill>
            <a:srgbClr val="3E8BCA"/>
          </a:solidFill>
          <a:ln w="9525">
            <a:noFill/>
            <a:prstDash val="solid"/>
          </a:ln>
        </p:spPr>
      </p:sp>
      <p:sp>
        <p:nvSpPr>
          <p:cNvPr id="292" name="full-272">
            <a:extLst>
              <a:ext uri="{FF2B5EF4-FFF2-40B4-BE49-F238E27FC236}">
                <a16:creationId xmlns:a16="http://schemas.microsoft.com/office/drawing/2014/main" id="{89E96E6D-04E2-4F74-A756-B0E48E636E0A}"/>
              </a:ext>
            </a:extLst>
          </p:cNvPr>
          <p:cNvSpPr>
            <a:spLocks noGrp="1"/>
          </p:cNvSpPr>
          <p:nvPr/>
        </p:nvSpPr>
        <p:spPr>
          <a:xfrm>
            <a:off x="11391900" y="1066800"/>
            <a:ext cx="5438775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节点 p₂ 的 K = 2 邻域示意图</a:t>
            </a:r>
          </a:p>
        </p:txBody>
      </p:sp>
      <p:sp>
        <p:nvSpPr>
          <p:cNvPr id="293" name="full-273">
            <a:extLst>
              <a:ext uri="{FF2B5EF4-FFF2-40B4-BE49-F238E27FC236}">
                <a16:creationId xmlns:a16="http://schemas.microsoft.com/office/drawing/2014/main" id="{8137835A-0280-4E37-AC83-3BECF25BB410}"/>
              </a:ext>
            </a:extLst>
          </p:cNvPr>
          <p:cNvSpPr>
            <a:spLocks noGrp="1"/>
          </p:cNvSpPr>
          <p:nvPr/>
        </p:nvSpPr>
        <p:spPr>
          <a:xfrm>
            <a:off x="11525250" y="1381125"/>
            <a:ext cx="3714750" cy="3714750"/>
          </a:xfrm>
          <a:prstGeom prst="ellipse">
            <a:avLst/>
          </a:prstGeom>
          <a:solidFill>
            <a:srgbClr val="F3F9FE"/>
          </a:solidFill>
          <a:ln w="10478">
            <a:solidFill>
              <a:srgbClr val="86B9E8"/>
            </a:solidFill>
            <a:prstDash val="dash"/>
          </a:ln>
        </p:spPr>
      </p:sp>
      <p:sp>
        <p:nvSpPr>
          <p:cNvPr id="294" name="full-274">
            <a:extLst>
              <a:ext uri="{FF2B5EF4-FFF2-40B4-BE49-F238E27FC236}">
                <a16:creationId xmlns:a16="http://schemas.microsoft.com/office/drawing/2014/main" id="{E537BB1C-236A-4D44-BCAF-110E892526E1}"/>
              </a:ext>
            </a:extLst>
          </p:cNvPr>
          <p:cNvSpPr>
            <a:spLocks noGrp="1"/>
          </p:cNvSpPr>
          <p:nvPr/>
        </p:nvSpPr>
        <p:spPr>
          <a:xfrm>
            <a:off x="12144375" y="2000250"/>
            <a:ext cx="2476500" cy="2476500"/>
          </a:xfrm>
          <a:prstGeom prst="ellipse">
            <a:avLst/>
          </a:prstGeom>
          <a:solidFill>
            <a:srgbClr val="FFFBF1"/>
          </a:solidFill>
          <a:ln w="10478">
            <a:solidFill>
              <a:srgbClr val="E7B054"/>
            </a:solidFill>
            <a:prstDash val="dash"/>
          </a:ln>
        </p:spPr>
      </p:sp>
      <p:sp>
        <p:nvSpPr>
          <p:cNvPr id="295" name="node-1-274">
            <a:extLst>
              <a:ext uri="{FF2B5EF4-FFF2-40B4-BE49-F238E27FC236}">
                <a16:creationId xmlns:a16="http://schemas.microsoft.com/office/drawing/2014/main" id="{6B2A4B98-F522-4CED-A348-E1B9E375D504}"/>
              </a:ext>
            </a:extLst>
          </p:cNvPr>
          <p:cNvSpPr>
            <a:spLocks noGrp="1"/>
          </p:cNvSpPr>
          <p:nvPr/>
        </p:nvSpPr>
        <p:spPr>
          <a:xfrm>
            <a:off x="12430125" y="2333625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296" name="node-2-274">
            <a:extLst>
              <a:ext uri="{FF2B5EF4-FFF2-40B4-BE49-F238E27FC236}">
                <a16:creationId xmlns:a16="http://schemas.microsoft.com/office/drawing/2014/main" id="{5D562770-C48A-41F6-9640-B6E3AD0AC2AD}"/>
              </a:ext>
            </a:extLst>
          </p:cNvPr>
          <p:cNvSpPr>
            <a:spLocks noGrp="1"/>
          </p:cNvSpPr>
          <p:nvPr/>
        </p:nvSpPr>
        <p:spPr>
          <a:xfrm>
            <a:off x="13144500" y="3000375"/>
            <a:ext cx="476250" cy="476250"/>
          </a:xfrm>
          <a:prstGeom prst="ellipse">
            <a:avLst/>
          </a:prstGeom>
          <a:solidFill>
            <a:srgbClr val="D8EDFC"/>
          </a:solidFill>
          <a:ln w="24765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297" name="node-3-274">
            <a:extLst>
              <a:ext uri="{FF2B5EF4-FFF2-40B4-BE49-F238E27FC236}">
                <a16:creationId xmlns:a16="http://schemas.microsoft.com/office/drawing/2014/main" id="{86DD36A3-CEC9-4DA8-B482-8D041E424479}"/>
              </a:ext>
            </a:extLst>
          </p:cNvPr>
          <p:cNvSpPr>
            <a:spLocks noGrp="1"/>
          </p:cNvSpPr>
          <p:nvPr/>
        </p:nvSpPr>
        <p:spPr>
          <a:xfrm>
            <a:off x="14001750" y="2524125"/>
            <a:ext cx="476250" cy="476250"/>
          </a:xfrm>
          <a:prstGeom prst="ellipse">
            <a:avLst/>
          </a:prstGeom>
          <a:solidFill>
            <a:srgbClr val="D8EDFC"/>
          </a:solidFill>
          <a:ln w="14288">
            <a:solidFill>
              <a:srgbClr val="2474BD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p₃</a:t>
            </a:r>
          </a:p>
        </p:txBody>
      </p:sp>
      <p:sp>
        <p:nvSpPr>
          <p:cNvPr id="298" name="node-4-274">
            <a:extLst>
              <a:ext uri="{FF2B5EF4-FFF2-40B4-BE49-F238E27FC236}">
                <a16:creationId xmlns:a16="http://schemas.microsoft.com/office/drawing/2014/main" id="{F6C27CC2-F8C4-4313-BEF6-111536B289B5}"/>
              </a:ext>
            </a:extLst>
          </p:cNvPr>
          <p:cNvSpPr>
            <a:spLocks noGrp="1"/>
          </p:cNvSpPr>
          <p:nvPr/>
        </p:nvSpPr>
        <p:spPr>
          <a:xfrm>
            <a:off x="11811000" y="3810000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p₄</a:t>
            </a:r>
          </a:p>
        </p:txBody>
      </p:sp>
      <p:sp>
        <p:nvSpPr>
          <p:cNvPr id="299" name="node-5-274">
            <a:extLst>
              <a:ext uri="{FF2B5EF4-FFF2-40B4-BE49-F238E27FC236}">
                <a16:creationId xmlns:a16="http://schemas.microsoft.com/office/drawing/2014/main" id="{F7BB41A8-0A2A-4C27-A394-D735B70C6E75}"/>
              </a:ext>
            </a:extLst>
          </p:cNvPr>
          <p:cNvSpPr>
            <a:spLocks noGrp="1"/>
          </p:cNvSpPr>
          <p:nvPr/>
        </p:nvSpPr>
        <p:spPr>
          <a:xfrm>
            <a:off x="13430250" y="4552950"/>
            <a:ext cx="476250" cy="476250"/>
          </a:xfrm>
          <a:prstGeom prst="ellipse">
            <a:avLst/>
          </a:prstGeom>
          <a:solidFill>
            <a:srgbClr val="FAD8D2"/>
          </a:solidFill>
          <a:ln w="14288">
            <a:solidFill>
              <a:srgbClr val="C95148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p₅</a:t>
            </a:r>
          </a:p>
        </p:txBody>
      </p:sp>
      <p:sp>
        <p:nvSpPr>
          <p:cNvPr id="300" name="node-6-274">
            <a:extLst>
              <a:ext uri="{FF2B5EF4-FFF2-40B4-BE49-F238E27FC236}">
                <a16:creationId xmlns:a16="http://schemas.microsoft.com/office/drawing/2014/main" id="{A2D6DFD8-54E9-4D74-848F-EB409EAAEEEA}"/>
              </a:ext>
            </a:extLst>
          </p:cNvPr>
          <p:cNvSpPr>
            <a:spLocks noGrp="1"/>
          </p:cNvSpPr>
          <p:nvPr/>
        </p:nvSpPr>
        <p:spPr>
          <a:xfrm>
            <a:off x="15954375" y="3286125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/>
                <a:ea typeface="Times New Roman"/>
                <a:cs typeface="Times New Roman"/>
              </a:rPr>
              <a:t>p₆</a:t>
            </a:r>
          </a:p>
        </p:txBody>
      </p:sp>
      <p:sp>
        <p:nvSpPr>
          <p:cNvPr id="301" name="node-7-274">
            <a:extLst>
              <a:ext uri="{FF2B5EF4-FFF2-40B4-BE49-F238E27FC236}">
                <a16:creationId xmlns:a16="http://schemas.microsoft.com/office/drawing/2014/main" id="{5D12B4CB-443A-4412-B9C1-C48174CB5100}"/>
              </a:ext>
            </a:extLst>
          </p:cNvPr>
          <p:cNvSpPr>
            <a:spLocks noGrp="1"/>
          </p:cNvSpPr>
          <p:nvPr/>
        </p:nvSpPr>
        <p:spPr>
          <a:xfrm>
            <a:off x="15382875" y="4619625"/>
            <a:ext cx="476250" cy="476250"/>
          </a:xfrm>
          <a:prstGeom prst="ellipse">
            <a:avLst/>
          </a:prstGeom>
          <a:solidFill>
            <a:srgbClr val="EDF1F6"/>
          </a:solidFill>
          <a:ln w="14288">
            <a:solidFill>
              <a:srgbClr val="A5B6CB"/>
            </a:solidFill>
            <a:prstDash val="solid"/>
          </a:ln>
        </p:spPr>
        <p:txBody>
          <a:bodyPr lIns="0" tIns="0" rIns="0" bIns="0" anchor="ctr"/>
          <a:lstStyle>
            <a:defPPr algn="ctr">
              <a:defRPr sz="2325"/>
            </a:defPPr>
            <a:lvl1pPr algn="ctr">
              <a:defRPr sz="2325"/>
            </a:lvl1pPr>
            <a:lvl2pPr algn="ctr">
              <a:defRPr sz="2325"/>
            </a:lvl2pPr>
            <a:lvl3pPr algn="ctr">
              <a:defRPr sz="2325"/>
            </a:lvl3pPr>
            <a:lvl4pPr algn="ctr">
              <a:defRPr sz="2325"/>
            </a:lvl4pPr>
            <a:lvl5pPr algn="ctr">
              <a:defRPr sz="2325"/>
            </a:lvl5pPr>
            <a:lvl6pPr algn="ctr">
              <a:defRPr sz="2325"/>
            </a:lvl6pPr>
            <a:lvl7pPr algn="ctr">
              <a:defRPr sz="2325"/>
            </a:lvl7pPr>
            <a:lvl8pPr algn="ctr">
              <a:defRPr sz="2325"/>
            </a:lvl8pPr>
            <a:lvl9pPr algn="ctr">
              <a:defRPr sz="2325"/>
            </a:lvl9pPr>
          </a:lstStyle>
          <a:p>
            <a:pPr algn="ctr">
              <a:defRPr sz="2325"/>
            </a:pPr>
            <a:r>
              <a:rPr sz="2325" i="1">
                <a:solidFill>
                  <a:srgbClr val="8A9AB0"/>
                </a:solidFill>
                <a:latin typeface="Times New Roman"/>
                <a:ea typeface="Times New Roman"/>
                <a:cs typeface="Times New Roman"/>
              </a:rPr>
              <a:t>p₇</a:t>
            </a:r>
          </a:p>
        </p:txBody>
      </p:sp>
      <p:sp>
        <p:nvSpPr>
          <p:cNvPr id="302" name="full-275">
            <a:extLst>
              <a:ext uri="{FF2B5EF4-FFF2-40B4-BE49-F238E27FC236}">
                <a16:creationId xmlns:a16="http://schemas.microsoft.com/office/drawing/2014/main" id="{43313C36-B55F-47BB-B335-BD1E635C559B}"/>
              </a:ext>
            </a:extLst>
          </p:cNvPr>
          <p:cNvSpPr>
            <a:spLocks noGrp="1"/>
          </p:cNvSpPr>
          <p:nvPr/>
        </p:nvSpPr>
        <p:spPr>
          <a:xfrm>
            <a:off x="12842333" y="2734227"/>
            <a:ext cx="366210" cy="341796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3" name="full-276">
            <a:extLst>
              <a:ext uri="{FF2B5EF4-FFF2-40B4-BE49-F238E27FC236}">
                <a16:creationId xmlns:a16="http://schemas.microsoft.com/office/drawing/2014/main" id="{2FC0DA03-0B2C-42E3-93D4-8CF75BA72AA5}"/>
              </a:ext>
            </a:extLst>
          </p:cNvPr>
          <p:cNvSpPr>
            <a:spLocks noGrp="1"/>
          </p:cNvSpPr>
          <p:nvPr/>
        </p:nvSpPr>
        <p:spPr>
          <a:xfrm flipH="1">
            <a:off x="13590784" y="2877894"/>
            <a:ext cx="440933" cy="24496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4" name="full-277">
            <a:extLst>
              <a:ext uri="{FF2B5EF4-FFF2-40B4-BE49-F238E27FC236}">
                <a16:creationId xmlns:a16="http://schemas.microsoft.com/office/drawing/2014/main" id="{40BF0A3C-629C-42FF-95CA-2153A4BE8FA1}"/>
              </a:ext>
            </a:extLst>
          </p:cNvPr>
          <p:cNvSpPr>
            <a:spLocks noGrp="1"/>
          </p:cNvSpPr>
          <p:nvPr/>
        </p:nvSpPr>
        <p:spPr>
          <a:xfrm>
            <a:off x="12265556" y="4147429"/>
            <a:ext cx="1186388" cy="544343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305" name="full-278">
            <a:extLst>
              <a:ext uri="{FF2B5EF4-FFF2-40B4-BE49-F238E27FC236}">
                <a16:creationId xmlns:a16="http://schemas.microsoft.com/office/drawing/2014/main" id="{F01C695D-278B-4665-8AA8-C73290BDB5FF}"/>
              </a:ext>
            </a:extLst>
          </p:cNvPr>
          <p:cNvSpPr>
            <a:spLocks noGrp="1"/>
          </p:cNvSpPr>
          <p:nvPr/>
        </p:nvSpPr>
        <p:spPr>
          <a:xfrm flipH="1">
            <a:off x="15714802" y="3743121"/>
            <a:ext cx="383896" cy="895757"/>
          </a:xfrm>
          <a:prstGeom prst="line">
            <a:avLst/>
          </a:prstGeom>
          <a:noFill/>
          <a:ln w="12383">
            <a:solidFill>
              <a:srgbClr val="B3C0D3"/>
            </a:solidFill>
            <a:prstDash val="solid"/>
          </a:ln>
        </p:spPr>
      </p:sp>
      <p:sp>
        <p:nvSpPr>
          <p:cNvPr id="306" name="full-279">
            <a:extLst>
              <a:ext uri="{FF2B5EF4-FFF2-40B4-BE49-F238E27FC236}">
                <a16:creationId xmlns:a16="http://schemas.microsoft.com/office/drawing/2014/main" id="{40609A76-2FC8-4790-86B6-72F4D613CE04}"/>
              </a:ext>
            </a:extLst>
          </p:cNvPr>
          <p:cNvSpPr>
            <a:spLocks noGrp="1"/>
          </p:cNvSpPr>
          <p:nvPr/>
        </p:nvSpPr>
        <p:spPr>
          <a:xfrm flipH="1">
            <a:off x="12141214" y="2791348"/>
            <a:ext cx="434946" cy="1037180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7" name="full-280">
            <a:extLst>
              <a:ext uri="{FF2B5EF4-FFF2-40B4-BE49-F238E27FC236}">
                <a16:creationId xmlns:a16="http://schemas.microsoft.com/office/drawing/2014/main" id="{F8AC5FB4-C84C-4427-B39D-5F8CB1709470}"/>
              </a:ext>
            </a:extLst>
          </p:cNvPr>
          <p:cNvSpPr>
            <a:spLocks noGrp="1"/>
          </p:cNvSpPr>
          <p:nvPr/>
        </p:nvSpPr>
        <p:spPr>
          <a:xfrm flipH="1">
            <a:off x="13732940" y="2991455"/>
            <a:ext cx="442370" cy="1570415"/>
          </a:xfrm>
          <a:prstGeom prst="line">
            <a:avLst/>
          </a:prstGeom>
          <a:noFill/>
          <a:ln w="15240">
            <a:solidFill>
              <a:srgbClr val="6B829E"/>
            </a:solidFill>
            <a:prstDash val="dash"/>
          </a:ln>
        </p:spPr>
      </p:sp>
      <p:sp>
        <p:nvSpPr>
          <p:cNvPr id="308" name="full-281">
            <a:extLst>
              <a:ext uri="{FF2B5EF4-FFF2-40B4-BE49-F238E27FC236}">
                <a16:creationId xmlns:a16="http://schemas.microsoft.com/office/drawing/2014/main" id="{E476682A-6BCC-4112-BA3B-09F55028336E}"/>
              </a:ext>
            </a:extLst>
          </p:cNvPr>
          <p:cNvSpPr>
            <a:spLocks noGrp="1"/>
          </p:cNvSpPr>
          <p:nvPr/>
        </p:nvSpPr>
        <p:spPr>
          <a:xfrm flipH="1">
            <a:off x="12285369" y="3554120"/>
            <a:ext cx="3670887" cy="464135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09" name="full-282">
            <a:extLst>
              <a:ext uri="{FF2B5EF4-FFF2-40B4-BE49-F238E27FC236}">
                <a16:creationId xmlns:a16="http://schemas.microsoft.com/office/drawing/2014/main" id="{538158BC-17AB-4D67-BF0A-431FAA167F29}"/>
              </a:ext>
            </a:extLst>
          </p:cNvPr>
          <p:cNvSpPr>
            <a:spLocks noGrp="1"/>
          </p:cNvSpPr>
          <p:nvPr/>
        </p:nvSpPr>
        <p:spPr>
          <a:xfrm>
            <a:off x="13906361" y="4799201"/>
            <a:ext cx="1476652" cy="50422"/>
          </a:xfrm>
          <a:prstGeom prst="line">
            <a:avLst/>
          </a:prstGeom>
          <a:noFill/>
          <a:ln w="12383">
            <a:solidFill>
              <a:srgbClr val="B3C0D3"/>
            </a:solidFill>
            <a:prstDash val="dash"/>
          </a:ln>
        </p:spPr>
      </p:sp>
      <p:sp>
        <p:nvSpPr>
          <p:cNvPr id="310" name="full-283">
            <a:extLst>
              <a:ext uri="{FF2B5EF4-FFF2-40B4-BE49-F238E27FC236}">
                <a16:creationId xmlns:a16="http://schemas.microsoft.com/office/drawing/2014/main" id="{935029B2-F9F0-49C6-97BA-7085C6B9E14C}"/>
              </a:ext>
            </a:extLst>
          </p:cNvPr>
          <p:cNvSpPr>
            <a:spLocks noGrp="1"/>
          </p:cNvSpPr>
          <p:nvPr/>
        </p:nvSpPr>
        <p:spPr>
          <a:xfrm>
            <a:off x="14639925" y="1485900"/>
            <a:ext cx="217170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2474BD"/>
                </a:solidFill>
                <a:latin typeface="SimSun"/>
                <a:ea typeface="SimSun"/>
                <a:cs typeface="SimSun"/>
              </a:rPr>
              <a:t>2跳邻域</a:t>
            </a:r>
          </a:p>
        </p:txBody>
      </p:sp>
      <p:sp>
        <p:nvSpPr>
          <p:cNvPr id="311" name="full-284">
            <a:extLst>
              <a:ext uri="{FF2B5EF4-FFF2-40B4-BE49-F238E27FC236}">
                <a16:creationId xmlns:a16="http://schemas.microsoft.com/office/drawing/2014/main" id="{DD1047C5-A033-4E4A-AD61-7DC5C5EC8D24}"/>
              </a:ext>
            </a:extLst>
          </p:cNvPr>
          <p:cNvSpPr>
            <a:spLocks noGrp="1"/>
          </p:cNvSpPr>
          <p:nvPr/>
        </p:nvSpPr>
        <p:spPr>
          <a:xfrm flipH="1">
            <a:off x="14716789" y="1790700"/>
            <a:ext cx="237461" cy="305307"/>
          </a:xfrm>
          <a:prstGeom prst="line">
            <a:avLst/>
          </a:prstGeom>
          <a:noFill/>
          <a:ln w="13335">
            <a:solidFill>
              <a:srgbClr val="2474BD"/>
            </a:solidFill>
            <a:prstDash val="solid"/>
          </a:ln>
        </p:spPr>
      </p:sp>
      <p:sp>
        <p:nvSpPr>
          <p:cNvPr id="312" name="full-285">
            <a:extLst>
              <a:ext uri="{FF2B5EF4-FFF2-40B4-BE49-F238E27FC236}">
                <a16:creationId xmlns:a16="http://schemas.microsoft.com/office/drawing/2014/main" id="{F8A2EED5-FFE3-4AFE-B836-020FE6B18522}"/>
              </a:ext>
            </a:extLst>
          </p:cNvPr>
          <p:cNvSpPr>
            <a:spLocks noGrp="1"/>
          </p:cNvSpPr>
          <p:nvPr/>
        </p:nvSpPr>
        <p:spPr>
          <a:xfrm rot="13072499">
            <a:off x="14630400" y="2076450"/>
            <a:ext cx="114300" cy="114300"/>
          </a:xfrm>
          <a:prstGeom prst="triangle">
            <a:avLst/>
          </a:prstGeom>
          <a:solidFill>
            <a:srgbClr val="2474BD"/>
          </a:solidFill>
          <a:ln w="9525">
            <a:noFill/>
            <a:prstDash val="solid"/>
          </a:ln>
        </p:spPr>
      </p:sp>
      <p:sp>
        <p:nvSpPr>
          <p:cNvPr id="313" name="full-286">
            <a:extLst>
              <a:ext uri="{FF2B5EF4-FFF2-40B4-BE49-F238E27FC236}">
                <a16:creationId xmlns:a16="http://schemas.microsoft.com/office/drawing/2014/main" id="{01BCC48A-A64E-4664-8008-04365C5200C0}"/>
              </a:ext>
            </a:extLst>
          </p:cNvPr>
          <p:cNvSpPr>
            <a:spLocks noGrp="1"/>
          </p:cNvSpPr>
          <p:nvPr/>
        </p:nvSpPr>
        <p:spPr>
          <a:xfrm>
            <a:off x="15125700" y="2257425"/>
            <a:ext cx="1619250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1" dirty="0">
                <a:solidFill>
                  <a:srgbClr val="C47C23"/>
                </a:solidFill>
                <a:latin typeface="SimSun"/>
                <a:ea typeface="SimSun"/>
                <a:cs typeface="SimSun"/>
              </a:rPr>
              <a:t>1跳邻域</a:t>
            </a:r>
            <a:br>
              <a:rPr sz="1650" b="1" dirty="0">
                <a:solidFill>
                  <a:srgbClr val="C47C23"/>
                </a:solidFill>
                <a:latin typeface="SimSun"/>
                <a:ea typeface="SimSun"/>
                <a:cs typeface="SimSun"/>
              </a:rPr>
            </a:br>
            <a:r>
              <a:rPr sz="1650" b="1" dirty="0">
                <a:solidFill>
                  <a:srgbClr val="C47C23"/>
                </a:solidFill>
                <a:latin typeface="SimSun"/>
                <a:ea typeface="SimSun"/>
                <a:cs typeface="SimSun"/>
              </a:rPr>
              <a:t>（</a:t>
            </a:r>
            <a:r>
              <a:rPr sz="1650" b="1" dirty="0" err="1">
                <a:solidFill>
                  <a:srgbClr val="C47C23"/>
                </a:solidFill>
                <a:latin typeface="SimSun"/>
                <a:ea typeface="SimSun"/>
                <a:cs typeface="SimSun"/>
              </a:rPr>
              <a:t>直接相邻</a:t>
            </a:r>
            <a:r>
              <a:rPr sz="1650" b="1" dirty="0">
                <a:solidFill>
                  <a:srgbClr val="C47C23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314" name="full-287">
            <a:extLst>
              <a:ext uri="{FF2B5EF4-FFF2-40B4-BE49-F238E27FC236}">
                <a16:creationId xmlns:a16="http://schemas.microsoft.com/office/drawing/2014/main" id="{48167F6D-2E92-4277-88BD-D37C5799CB27}"/>
              </a:ext>
            </a:extLst>
          </p:cNvPr>
          <p:cNvSpPr>
            <a:spLocks noGrp="1"/>
          </p:cNvSpPr>
          <p:nvPr/>
        </p:nvSpPr>
        <p:spPr>
          <a:xfrm flipH="1">
            <a:off x="14629378" y="2562225"/>
            <a:ext cx="677297" cy="142589"/>
          </a:xfrm>
          <a:prstGeom prst="line">
            <a:avLst/>
          </a:prstGeom>
          <a:noFill/>
          <a:ln w="13335">
            <a:solidFill>
              <a:srgbClr val="D58B30"/>
            </a:solidFill>
            <a:prstDash val="solid"/>
          </a:ln>
        </p:spPr>
      </p:sp>
      <p:sp>
        <p:nvSpPr>
          <p:cNvPr id="315" name="full-288">
            <a:extLst>
              <a:ext uri="{FF2B5EF4-FFF2-40B4-BE49-F238E27FC236}">
                <a16:creationId xmlns:a16="http://schemas.microsoft.com/office/drawing/2014/main" id="{2EC5C19E-5BB7-4CF5-B13D-D2CDDEEA3812}"/>
              </a:ext>
            </a:extLst>
          </p:cNvPr>
          <p:cNvSpPr>
            <a:spLocks noGrp="1"/>
          </p:cNvSpPr>
          <p:nvPr/>
        </p:nvSpPr>
        <p:spPr>
          <a:xfrm rot="15486681">
            <a:off x="14525625" y="2657475"/>
            <a:ext cx="114300" cy="114300"/>
          </a:xfrm>
          <a:prstGeom prst="triangle">
            <a:avLst/>
          </a:prstGeom>
          <a:solidFill>
            <a:srgbClr val="D58B30"/>
          </a:solidFill>
          <a:ln w="9525">
            <a:noFill/>
            <a:prstDash val="solid"/>
          </a:ln>
        </p:spPr>
      </p:sp>
      <p:sp>
        <p:nvSpPr>
          <p:cNvPr id="316" name="full-289">
            <a:extLst>
              <a:ext uri="{FF2B5EF4-FFF2-40B4-BE49-F238E27FC236}">
                <a16:creationId xmlns:a16="http://schemas.microsoft.com/office/drawing/2014/main" id="{CA7A67B3-CC15-44C0-9CEC-C549FF1B194E}"/>
              </a:ext>
            </a:extLst>
          </p:cNvPr>
          <p:cNvSpPr>
            <a:spLocks noGrp="1"/>
          </p:cNvSpPr>
          <p:nvPr/>
        </p:nvSpPr>
        <p:spPr>
          <a:xfrm>
            <a:off x="14801850" y="5076825"/>
            <a:ext cx="2019300" cy="2190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425"/>
            </a:defPPr>
            <a:lvl1pPr algn="ctr">
              <a:defRPr sz="1425"/>
            </a:lvl1pPr>
            <a:lvl2pPr algn="ctr">
              <a:defRPr sz="1425"/>
            </a:lvl2pPr>
            <a:lvl3pPr algn="ctr">
              <a:defRPr sz="1425"/>
            </a:lvl3pPr>
            <a:lvl4pPr algn="ctr">
              <a:defRPr sz="1425"/>
            </a:lvl4pPr>
            <a:lvl5pPr algn="ctr">
              <a:defRPr sz="1425"/>
            </a:lvl5pPr>
            <a:lvl6pPr algn="ctr">
              <a:defRPr sz="1425"/>
            </a:lvl6pPr>
            <a:lvl7pPr algn="ctr">
              <a:defRPr sz="1425"/>
            </a:lvl7pPr>
            <a:lvl8pPr algn="ctr">
              <a:defRPr sz="1425"/>
            </a:lvl8pPr>
            <a:lvl9pPr algn="ctr">
              <a:defRPr sz="1425"/>
            </a:lvl9pPr>
          </a:lstStyle>
          <a:p>
            <a:pPr algn="ctr">
              <a:defRPr sz="1425"/>
            </a:pPr>
            <a:r>
              <a:rPr sz="1425" b="0">
                <a:solidFill>
                  <a:srgbClr val="667D97"/>
                </a:solidFill>
                <a:latin typeface="SimSun"/>
                <a:ea typeface="SimSun"/>
                <a:cs typeface="SimSun"/>
              </a:rPr>
              <a:t>灰色节点为三跳</a:t>
            </a:r>
          </a:p>
        </p:txBody>
      </p:sp>
      <p:sp>
        <p:nvSpPr>
          <p:cNvPr id="317" name="full-290">
            <a:extLst>
              <a:ext uri="{FF2B5EF4-FFF2-40B4-BE49-F238E27FC236}">
                <a16:creationId xmlns:a16="http://schemas.microsoft.com/office/drawing/2014/main" id="{C31BF865-4674-4A5A-B15D-99C50E70998B}"/>
              </a:ext>
            </a:extLst>
          </p:cNvPr>
          <p:cNvSpPr>
            <a:spLocks noGrp="1"/>
          </p:cNvSpPr>
          <p:nvPr/>
        </p:nvSpPr>
        <p:spPr>
          <a:xfrm>
            <a:off x="11363325" y="5400675"/>
            <a:ext cx="3000375" cy="1609725"/>
          </a:xfrm>
          <a:prstGeom prst="roundRect">
            <a:avLst>
              <a:gd name="adj" fmla="val 7101"/>
            </a:avLst>
          </a:prstGeom>
          <a:gradFill rotWithShape="1">
            <a:gsLst>
              <a:gs pos="0">
                <a:srgbClr val="F9FBFD"/>
              </a:gs>
              <a:gs pos="100000">
                <a:srgbClr val="F8FAFC"/>
              </a:gs>
            </a:gsLst>
            <a:lin ang="5400000" scaled="0"/>
          </a:gradFill>
          <a:ln w="7620">
            <a:solidFill>
              <a:srgbClr val="BBCADB"/>
            </a:solidFill>
            <a:prstDash val="solid"/>
          </a:ln>
        </p:spPr>
      </p:sp>
      <p:sp>
        <p:nvSpPr>
          <p:cNvPr id="318" name="full-291">
            <a:extLst>
              <a:ext uri="{FF2B5EF4-FFF2-40B4-BE49-F238E27FC236}">
                <a16:creationId xmlns:a16="http://schemas.microsoft.com/office/drawing/2014/main" id="{B86EB2CD-56B6-4D4C-8FE7-EC3547A89177}"/>
              </a:ext>
            </a:extLst>
          </p:cNvPr>
          <p:cNvSpPr>
            <a:spLocks noGrp="1"/>
          </p:cNvSpPr>
          <p:nvPr/>
        </p:nvSpPr>
        <p:spPr>
          <a:xfrm>
            <a:off x="11410950" y="5476875"/>
            <a:ext cx="2905125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/>
            </a:defPPr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  <a:lvl6pPr algn="ctr">
              <a:defRPr sz="1800"/>
            </a:lvl6pPr>
            <a:lvl7pPr algn="ctr">
              <a:defRPr sz="1800"/>
            </a:lvl7pPr>
            <a:lvl8pPr algn="ctr">
              <a:defRPr sz="1800"/>
            </a:lvl8pPr>
            <a:lvl9pPr algn="ctr">
              <a:defRPr sz="1800"/>
            </a:lvl9pPr>
          </a:lstStyle>
          <a:p>
            <a:pPr algn="ctr">
              <a:defRPr sz="1800"/>
            </a:pPr>
            <a:r>
              <a:rPr sz="1800" b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TAGCN 编码公式（K = 2）</a:t>
            </a:r>
          </a:p>
        </p:txBody>
      </p:sp>
      <p:sp>
        <p:nvSpPr>
          <p:cNvPr id="319" name="full-292">
            <a:extLst>
              <a:ext uri="{FF2B5EF4-FFF2-40B4-BE49-F238E27FC236}">
                <a16:creationId xmlns:a16="http://schemas.microsoft.com/office/drawing/2014/main" id="{71F0D9D1-2AD9-4A47-A2C2-3D62BBEB264F}"/>
              </a:ext>
            </a:extLst>
          </p:cNvPr>
          <p:cNvSpPr>
            <a:spLocks noGrp="1"/>
          </p:cNvSpPr>
          <p:nvPr/>
        </p:nvSpPr>
        <p:spPr>
          <a:xfrm>
            <a:off x="11430000" y="5838825"/>
            <a:ext cx="2867025" cy="1076325"/>
          </a:xfrm>
          <a:prstGeom prst="roundRect">
            <a:avLst>
              <a:gd name="adj" fmla="val 10619"/>
            </a:avLst>
          </a:prstGeom>
          <a:gradFill rotWithShape="1">
            <a:gsLst>
              <a:gs pos="0">
                <a:srgbClr val="F6F9F2"/>
              </a:gs>
              <a:gs pos="100000">
                <a:srgbClr val="F4F7EF"/>
              </a:gs>
            </a:gsLst>
            <a:lin ang="5400000" scaled="0"/>
          </a:gradFill>
          <a:ln w="6668">
            <a:solidFill>
              <a:srgbClr val="C5D1BF"/>
            </a:solidFill>
            <a:prstDash val="solid"/>
          </a:ln>
        </p:spPr>
      </p:sp>
      <p:sp>
        <p:nvSpPr>
          <p:cNvPr id="320" name="full-293">
            <a:extLst>
              <a:ext uri="{FF2B5EF4-FFF2-40B4-BE49-F238E27FC236}">
                <a16:creationId xmlns:a16="http://schemas.microsoft.com/office/drawing/2014/main" id="{DCCD795F-A9F2-4FEE-977E-3418A1E7B4F4}"/>
              </a:ext>
            </a:extLst>
          </p:cNvPr>
          <p:cNvSpPr>
            <a:spLocks noGrp="1"/>
          </p:cNvSpPr>
          <p:nvPr/>
        </p:nvSpPr>
        <p:spPr>
          <a:xfrm>
            <a:off x="11449050" y="6181725"/>
            <a:ext cx="12192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>
            <a:pPr algn="ctr">
              <a:defRPr sz="1875"/>
            </a:pPr>
            <a:r>
              <a:rPr sz="187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H = ReLU (</a:t>
            </a:r>
          </a:p>
        </p:txBody>
      </p:sp>
      <p:sp>
        <p:nvSpPr>
          <p:cNvPr id="321" name="full-294">
            <a:extLst>
              <a:ext uri="{FF2B5EF4-FFF2-40B4-BE49-F238E27FC236}">
                <a16:creationId xmlns:a16="http://schemas.microsoft.com/office/drawing/2014/main" id="{0F13FA51-F452-494F-BC59-87F3EC2772B1}"/>
              </a:ext>
            </a:extLst>
          </p:cNvPr>
          <p:cNvSpPr>
            <a:spLocks noGrp="1"/>
          </p:cNvSpPr>
          <p:nvPr/>
        </p:nvSpPr>
        <p:spPr>
          <a:xfrm>
            <a:off x="12630150" y="6010275"/>
            <a:ext cx="43815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750"/>
            </a:defPPr>
            <a:lvl1pPr algn="ctr">
              <a:defRPr sz="3750"/>
            </a:lvl1pPr>
            <a:lvl2pPr algn="ctr">
              <a:defRPr sz="3750"/>
            </a:lvl2pPr>
            <a:lvl3pPr algn="ctr">
              <a:defRPr sz="3750"/>
            </a:lvl3pPr>
            <a:lvl4pPr algn="ctr">
              <a:defRPr sz="3750"/>
            </a:lvl4pPr>
            <a:lvl5pPr algn="ctr">
              <a:defRPr sz="3750"/>
            </a:lvl5pPr>
            <a:lvl6pPr algn="ctr">
              <a:defRPr sz="3750"/>
            </a:lvl6pPr>
            <a:lvl7pPr algn="ctr">
              <a:defRPr sz="3750"/>
            </a:lvl7pPr>
            <a:lvl8pPr algn="ctr">
              <a:defRPr sz="3750"/>
            </a:lvl8pPr>
            <a:lvl9pPr algn="ctr">
              <a:defRPr sz="3750"/>
            </a:lvl9pPr>
          </a:lstStyle>
          <a:p>
            <a:pPr algn="ctr">
              <a:defRPr sz="3750"/>
            </a:pPr>
            <a:r>
              <a:rPr sz="37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322" name="full-295">
            <a:extLst>
              <a:ext uri="{FF2B5EF4-FFF2-40B4-BE49-F238E27FC236}">
                <a16:creationId xmlns:a16="http://schemas.microsoft.com/office/drawing/2014/main" id="{F6526748-4CB2-43DA-A0BE-A71F5FF8FD23}"/>
              </a:ext>
            </a:extLst>
          </p:cNvPr>
          <p:cNvSpPr>
            <a:spLocks noGrp="1"/>
          </p:cNvSpPr>
          <p:nvPr/>
        </p:nvSpPr>
        <p:spPr>
          <a:xfrm>
            <a:off x="12715875" y="5886450"/>
            <a:ext cx="238125" cy="228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23" name="full-296">
            <a:extLst>
              <a:ext uri="{FF2B5EF4-FFF2-40B4-BE49-F238E27FC236}">
                <a16:creationId xmlns:a16="http://schemas.microsoft.com/office/drawing/2014/main" id="{D6CA0EAB-AF02-4CA3-A553-E8BC955C69F7}"/>
              </a:ext>
            </a:extLst>
          </p:cNvPr>
          <p:cNvSpPr>
            <a:spLocks noGrp="1"/>
          </p:cNvSpPr>
          <p:nvPr/>
        </p:nvSpPr>
        <p:spPr>
          <a:xfrm>
            <a:off x="12630150" y="6572250"/>
            <a:ext cx="438150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/>
            </a:defPPr>
            <a:lvl1pPr algn="ctr">
              <a:defRPr sz="1350"/>
            </a:lvl1pPr>
            <a:lvl2pPr algn="ctr">
              <a:defRPr sz="1350"/>
            </a:lvl2pPr>
            <a:lvl3pPr algn="ctr">
              <a:defRPr sz="1350"/>
            </a:lvl3pPr>
            <a:lvl4pPr algn="ctr">
              <a:defRPr sz="1350"/>
            </a:lvl4pPr>
            <a:lvl5pPr algn="ctr">
              <a:defRPr sz="1350"/>
            </a:lvl5pPr>
            <a:lvl6pPr algn="ctr">
              <a:defRPr sz="1350"/>
            </a:lvl6pPr>
            <a:lvl7pPr algn="ctr">
              <a:defRPr sz="1350"/>
            </a:lvl7pPr>
            <a:lvl8pPr algn="ctr">
              <a:defRPr sz="1350"/>
            </a:lvl8pPr>
            <a:lvl9pPr algn="ctr">
              <a:defRPr sz="1350"/>
            </a:lvl9pPr>
          </a:lstStyle>
          <a:p>
            <a:pPr algn="ctr">
              <a:defRPr sz="1350"/>
            </a:pPr>
            <a:r>
              <a:rPr sz="13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k = 0</a:t>
            </a:r>
          </a:p>
        </p:txBody>
      </p:sp>
      <p:sp>
        <p:nvSpPr>
          <p:cNvPr id="324" name="full-297">
            <a:extLst>
              <a:ext uri="{FF2B5EF4-FFF2-40B4-BE49-F238E27FC236}">
                <a16:creationId xmlns:a16="http://schemas.microsoft.com/office/drawing/2014/main" id="{4CF7B49E-D46A-4A02-9955-2CD8E37F6CC8}"/>
              </a:ext>
            </a:extLst>
          </p:cNvPr>
          <p:cNvSpPr>
            <a:spLocks noGrp="1"/>
          </p:cNvSpPr>
          <p:nvPr/>
        </p:nvSpPr>
        <p:spPr>
          <a:xfrm>
            <a:off x="13087350" y="6191250"/>
            <a:ext cx="1228725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Âᵏ XWₖ + b )</a:t>
            </a:r>
          </a:p>
        </p:txBody>
      </p:sp>
      <p:sp>
        <p:nvSpPr>
          <p:cNvPr id="325" name="full-298">
            <a:extLst>
              <a:ext uri="{FF2B5EF4-FFF2-40B4-BE49-F238E27FC236}">
                <a16:creationId xmlns:a16="http://schemas.microsoft.com/office/drawing/2014/main" id="{F91C4372-9C5A-4C16-A6A9-0EF62CA4EEDB}"/>
              </a:ext>
            </a:extLst>
          </p:cNvPr>
          <p:cNvSpPr>
            <a:spLocks noGrp="1"/>
          </p:cNvSpPr>
          <p:nvPr/>
        </p:nvSpPr>
        <p:spPr>
          <a:xfrm>
            <a:off x="14468475" y="5400675"/>
            <a:ext cx="2390775" cy="1609725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C3D2E3"/>
            </a:solidFill>
            <a:prstDash val="solid"/>
          </a:ln>
        </p:spPr>
      </p:sp>
      <p:sp>
        <p:nvSpPr>
          <p:cNvPr id="326" name="full-299">
            <a:extLst>
              <a:ext uri="{FF2B5EF4-FFF2-40B4-BE49-F238E27FC236}">
                <a16:creationId xmlns:a16="http://schemas.microsoft.com/office/drawing/2014/main" id="{817F51E6-87A1-4F13-B907-E94084807FAD}"/>
              </a:ext>
            </a:extLst>
          </p:cNvPr>
          <p:cNvSpPr>
            <a:spLocks noGrp="1"/>
          </p:cNvSpPr>
          <p:nvPr/>
        </p:nvSpPr>
        <p:spPr>
          <a:xfrm>
            <a:off x="14516100" y="548640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Â：归一化邻接矩阵</a:t>
            </a:r>
          </a:p>
        </p:txBody>
      </p:sp>
      <p:sp>
        <p:nvSpPr>
          <p:cNvPr id="327" name="full-300">
            <a:extLst>
              <a:ext uri="{FF2B5EF4-FFF2-40B4-BE49-F238E27FC236}">
                <a16:creationId xmlns:a16="http://schemas.microsoft.com/office/drawing/2014/main" id="{3BB18BBF-C802-4054-AF65-0E6D1C8C2EEF}"/>
              </a:ext>
            </a:extLst>
          </p:cNvPr>
          <p:cNvSpPr>
            <a:spLocks noGrp="1"/>
          </p:cNvSpPr>
          <p:nvPr/>
        </p:nvSpPr>
        <p:spPr>
          <a:xfrm>
            <a:off x="14516100" y="5781675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X：节点特征矩阵（N×7）</a:t>
            </a:r>
          </a:p>
        </p:txBody>
      </p:sp>
      <p:sp>
        <p:nvSpPr>
          <p:cNvPr id="328" name="full-301">
            <a:extLst>
              <a:ext uri="{FF2B5EF4-FFF2-40B4-BE49-F238E27FC236}">
                <a16:creationId xmlns:a16="http://schemas.microsoft.com/office/drawing/2014/main" id="{AD0426C3-D9AB-4E66-A450-0D5E48AECCE7}"/>
              </a:ext>
            </a:extLst>
          </p:cNvPr>
          <p:cNvSpPr>
            <a:spLocks noGrp="1"/>
          </p:cNvSpPr>
          <p:nvPr/>
        </p:nvSpPr>
        <p:spPr>
          <a:xfrm>
            <a:off x="14516100" y="607695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Wₖ：第 k 阶的可学习权重</a:t>
            </a:r>
          </a:p>
        </p:txBody>
      </p:sp>
      <p:sp>
        <p:nvSpPr>
          <p:cNvPr id="329" name="full-302">
            <a:extLst>
              <a:ext uri="{FF2B5EF4-FFF2-40B4-BE49-F238E27FC236}">
                <a16:creationId xmlns:a16="http://schemas.microsoft.com/office/drawing/2014/main" id="{521391BC-F0E2-49AB-92A7-A90774A058E1}"/>
              </a:ext>
            </a:extLst>
          </p:cNvPr>
          <p:cNvSpPr>
            <a:spLocks noGrp="1"/>
          </p:cNvSpPr>
          <p:nvPr/>
        </p:nvSpPr>
        <p:spPr>
          <a:xfrm>
            <a:off x="14516100" y="6372225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b：偏置项</a:t>
            </a:r>
          </a:p>
        </p:txBody>
      </p:sp>
      <p:sp>
        <p:nvSpPr>
          <p:cNvPr id="330" name="full-303">
            <a:extLst>
              <a:ext uri="{FF2B5EF4-FFF2-40B4-BE49-F238E27FC236}">
                <a16:creationId xmlns:a16="http://schemas.microsoft.com/office/drawing/2014/main" id="{FBF73BF5-47EE-4FCD-9071-E2383B8285BD}"/>
              </a:ext>
            </a:extLst>
          </p:cNvPr>
          <p:cNvSpPr>
            <a:spLocks noGrp="1"/>
          </p:cNvSpPr>
          <p:nvPr/>
        </p:nvSpPr>
        <p:spPr>
          <a:xfrm>
            <a:off x="14516100" y="6667500"/>
            <a:ext cx="22860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500"/>
            </a:defPPr>
            <a:lvl1pPr algn="ctr">
              <a:defRPr sz="1500"/>
            </a:lvl1pPr>
            <a:lvl2pPr algn="ctr">
              <a:defRPr sz="1500"/>
            </a:lvl2pPr>
            <a:lvl3pPr algn="ctr">
              <a:defRPr sz="1500"/>
            </a:lvl3pPr>
            <a:lvl4pPr algn="ctr">
              <a:defRPr sz="1500"/>
            </a:lvl4pPr>
            <a:lvl5pPr algn="ctr">
              <a:defRPr sz="1500"/>
            </a:lvl5pPr>
            <a:lvl6pPr algn="ctr">
              <a:defRPr sz="1500"/>
            </a:lvl6pPr>
            <a:lvl7pPr algn="ctr">
              <a:defRPr sz="1500"/>
            </a:lvl7pPr>
            <a:lvl8pPr algn="ctr">
              <a:defRPr sz="1500"/>
            </a:lvl8pPr>
            <a:lvl9pPr algn="ctr">
              <a:defRPr sz="1500"/>
            </a:lvl9pPr>
          </a:lstStyle>
          <a:p>
            <a:pPr algn="ctr">
              <a:defRPr sz="1500"/>
            </a:pPr>
            <a:r>
              <a:rPr sz="15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H：节点嵌入矩阵（N×d）</a:t>
            </a:r>
          </a:p>
        </p:txBody>
      </p:sp>
      <p:sp>
        <p:nvSpPr>
          <p:cNvPr id="331" name="full-304">
            <a:extLst>
              <a:ext uri="{FF2B5EF4-FFF2-40B4-BE49-F238E27FC236}">
                <a16:creationId xmlns:a16="http://schemas.microsoft.com/office/drawing/2014/main" id="{B85753F7-9CFA-44D6-A564-5AB777D5A981}"/>
              </a:ext>
            </a:extLst>
          </p:cNvPr>
          <p:cNvSpPr>
            <a:spLocks noGrp="1"/>
          </p:cNvSpPr>
          <p:nvPr/>
        </p:nvSpPr>
        <p:spPr>
          <a:xfrm>
            <a:off x="11363325" y="7134225"/>
            <a:ext cx="5495925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7620">
            <a:solidFill>
              <a:srgbClr val="D4CCEC"/>
            </a:solidFill>
            <a:prstDash val="solid"/>
          </a:ln>
        </p:spPr>
      </p:sp>
      <p:sp>
        <p:nvSpPr>
          <p:cNvPr id="332" name="full-305">
            <a:extLst>
              <a:ext uri="{FF2B5EF4-FFF2-40B4-BE49-F238E27FC236}">
                <a16:creationId xmlns:a16="http://schemas.microsoft.com/office/drawing/2014/main" id="{57A6CF46-511C-43F9-BAC7-D14B86BB92A7}"/>
              </a:ext>
            </a:extLst>
          </p:cNvPr>
          <p:cNvSpPr>
            <a:spLocks noGrp="1"/>
          </p:cNvSpPr>
          <p:nvPr/>
        </p:nvSpPr>
        <p:spPr>
          <a:xfrm>
            <a:off x="11363325" y="7134225"/>
            <a:ext cx="5495925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DEFE4"/>
              </a:gs>
              <a:gs pos="100000">
                <a:srgbClr val="FCEBDD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333" name="full-306">
            <a:extLst>
              <a:ext uri="{FF2B5EF4-FFF2-40B4-BE49-F238E27FC236}">
                <a16:creationId xmlns:a16="http://schemas.microsoft.com/office/drawing/2014/main" id="{48B1A7BF-77E2-4648-AA24-4634E063B03A}"/>
              </a:ext>
            </a:extLst>
          </p:cNvPr>
          <p:cNvSpPr>
            <a:spLocks noGrp="1"/>
          </p:cNvSpPr>
          <p:nvPr/>
        </p:nvSpPr>
        <p:spPr>
          <a:xfrm>
            <a:off x="11430000" y="7172325"/>
            <a:ext cx="5362575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/>
            </a:defPPr>
            <a:lvl1pPr algn="ctr">
              <a:defRPr sz="1950"/>
            </a:lvl1pPr>
            <a:lvl2pPr algn="ctr">
              <a:defRPr sz="1950"/>
            </a:lvl2pPr>
            <a:lvl3pPr algn="ctr">
              <a:defRPr sz="1950"/>
            </a:lvl3pPr>
            <a:lvl4pPr algn="ctr">
              <a:defRPr sz="1950"/>
            </a:lvl4pPr>
            <a:lvl5pPr algn="ctr">
              <a:defRPr sz="1950"/>
            </a:lvl5pPr>
            <a:lvl6pPr algn="ctr">
              <a:defRPr sz="1950"/>
            </a:lvl6pPr>
            <a:lvl7pPr algn="ctr">
              <a:defRPr sz="1950"/>
            </a:lvl7pPr>
            <a:lvl8pPr algn="ctr">
              <a:defRPr sz="1950"/>
            </a:lvl8pPr>
            <a:lvl9pPr algn="ctr">
              <a:defRPr sz="1950"/>
            </a:lvl9pPr>
          </a:lstStyle>
          <a:p>
            <a:pPr algn="ctr">
              <a:defRPr sz="1950"/>
            </a:pPr>
            <a:r>
              <a:rPr sz="1950" b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全局平均池化得到流级表示</a:t>
            </a:r>
          </a:p>
        </p:txBody>
      </p:sp>
      <p:sp>
        <p:nvSpPr>
          <p:cNvPr id="334" name="full-307">
            <a:extLst>
              <a:ext uri="{FF2B5EF4-FFF2-40B4-BE49-F238E27FC236}">
                <a16:creationId xmlns:a16="http://schemas.microsoft.com/office/drawing/2014/main" id="{C3CE8AF5-6A9D-4AF5-82F6-51FE304DFC4A}"/>
              </a:ext>
            </a:extLst>
          </p:cNvPr>
          <p:cNvSpPr>
            <a:spLocks noGrp="1"/>
          </p:cNvSpPr>
          <p:nvPr/>
        </p:nvSpPr>
        <p:spPr>
          <a:xfrm>
            <a:off x="11420475" y="7581900"/>
            <a:ext cx="27051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节点嵌入矩阵 H（d = 128）</a:t>
            </a:r>
          </a:p>
        </p:txBody>
      </p:sp>
      <p:sp>
        <p:nvSpPr>
          <p:cNvPr id="335" name="full-308">
            <a:extLst>
              <a:ext uri="{FF2B5EF4-FFF2-40B4-BE49-F238E27FC236}">
                <a16:creationId xmlns:a16="http://schemas.microsoft.com/office/drawing/2014/main" id="{91A48862-1DE5-4216-A6BF-86CFFDDDF4F4}"/>
              </a:ext>
            </a:extLst>
          </p:cNvPr>
          <p:cNvSpPr>
            <a:spLocks noGrp="1"/>
          </p:cNvSpPr>
          <p:nvPr/>
        </p:nvSpPr>
        <p:spPr>
          <a:xfrm>
            <a:off x="11420475" y="79629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p₁</a:t>
            </a:r>
          </a:p>
        </p:txBody>
      </p:sp>
      <p:sp>
        <p:nvSpPr>
          <p:cNvPr id="336" name="full-309">
            <a:extLst>
              <a:ext uri="{FF2B5EF4-FFF2-40B4-BE49-F238E27FC236}">
                <a16:creationId xmlns:a16="http://schemas.microsoft.com/office/drawing/2014/main" id="{92B7276A-FFB7-4963-8E40-D437BFDC52FD}"/>
              </a:ext>
            </a:extLst>
          </p:cNvPr>
          <p:cNvSpPr>
            <a:spLocks noGrp="1"/>
          </p:cNvSpPr>
          <p:nvPr/>
        </p:nvSpPr>
        <p:spPr>
          <a:xfrm>
            <a:off x="11830050" y="7972425"/>
            <a:ext cx="233363" cy="171450"/>
          </a:xfrm>
          <a:prstGeom prst="rect">
            <a:avLst/>
          </a:prstGeom>
          <a:solidFill>
            <a:srgbClr val="F4F0F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7" name="full-310">
            <a:extLst>
              <a:ext uri="{FF2B5EF4-FFF2-40B4-BE49-F238E27FC236}">
                <a16:creationId xmlns:a16="http://schemas.microsoft.com/office/drawing/2014/main" id="{B40651DD-9DC6-48F2-9325-03D1A4F2E3F8}"/>
              </a:ext>
            </a:extLst>
          </p:cNvPr>
          <p:cNvSpPr>
            <a:spLocks noGrp="1"/>
          </p:cNvSpPr>
          <p:nvPr/>
        </p:nvSpPr>
        <p:spPr>
          <a:xfrm>
            <a:off x="12063413" y="7972425"/>
            <a:ext cx="233363" cy="171450"/>
          </a:xfrm>
          <a:prstGeom prst="rect">
            <a:avLst/>
          </a:prstGeom>
          <a:solidFill>
            <a:srgbClr val="DDD6F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8" name="full-311">
            <a:extLst>
              <a:ext uri="{FF2B5EF4-FFF2-40B4-BE49-F238E27FC236}">
                <a16:creationId xmlns:a16="http://schemas.microsoft.com/office/drawing/2014/main" id="{8D1F7AEA-E3C7-44AB-B687-B3C31033325A}"/>
              </a:ext>
            </a:extLst>
          </p:cNvPr>
          <p:cNvSpPr>
            <a:spLocks noGrp="1"/>
          </p:cNvSpPr>
          <p:nvPr/>
        </p:nvSpPr>
        <p:spPr>
          <a:xfrm>
            <a:off x="12296775" y="797242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39" name="full-312">
            <a:extLst>
              <a:ext uri="{FF2B5EF4-FFF2-40B4-BE49-F238E27FC236}">
                <a16:creationId xmlns:a16="http://schemas.microsoft.com/office/drawing/2014/main" id="{640041D6-8535-401E-A114-76F428148269}"/>
              </a:ext>
            </a:extLst>
          </p:cNvPr>
          <p:cNvSpPr>
            <a:spLocks noGrp="1"/>
          </p:cNvSpPr>
          <p:nvPr/>
        </p:nvSpPr>
        <p:spPr>
          <a:xfrm>
            <a:off x="12530138" y="797242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0" name="full-313">
            <a:extLst>
              <a:ext uri="{FF2B5EF4-FFF2-40B4-BE49-F238E27FC236}">
                <a16:creationId xmlns:a16="http://schemas.microsoft.com/office/drawing/2014/main" id="{2E2F03F6-7588-4099-9498-80B561313EA7}"/>
              </a:ext>
            </a:extLst>
          </p:cNvPr>
          <p:cNvSpPr>
            <a:spLocks noGrp="1"/>
          </p:cNvSpPr>
          <p:nvPr/>
        </p:nvSpPr>
        <p:spPr>
          <a:xfrm>
            <a:off x="12763500" y="797242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1" name="full-314">
            <a:extLst>
              <a:ext uri="{FF2B5EF4-FFF2-40B4-BE49-F238E27FC236}">
                <a16:creationId xmlns:a16="http://schemas.microsoft.com/office/drawing/2014/main" id="{13690E4C-5977-4078-93EE-E9322301B053}"/>
              </a:ext>
            </a:extLst>
          </p:cNvPr>
          <p:cNvSpPr>
            <a:spLocks noGrp="1"/>
          </p:cNvSpPr>
          <p:nvPr/>
        </p:nvSpPr>
        <p:spPr>
          <a:xfrm>
            <a:off x="12996863" y="79724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2" name="full-315">
            <a:extLst>
              <a:ext uri="{FF2B5EF4-FFF2-40B4-BE49-F238E27FC236}">
                <a16:creationId xmlns:a16="http://schemas.microsoft.com/office/drawing/2014/main" id="{FE21CB42-8FBA-4134-8095-2F1E896CDF0D}"/>
              </a:ext>
            </a:extLst>
          </p:cNvPr>
          <p:cNvSpPr>
            <a:spLocks noGrp="1"/>
          </p:cNvSpPr>
          <p:nvPr/>
        </p:nvSpPr>
        <p:spPr>
          <a:xfrm>
            <a:off x="13230225" y="797242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3" name="full-316">
            <a:extLst>
              <a:ext uri="{FF2B5EF4-FFF2-40B4-BE49-F238E27FC236}">
                <a16:creationId xmlns:a16="http://schemas.microsoft.com/office/drawing/2014/main" id="{05DE17CB-030F-45C8-B0A3-B62C35E3EDE9}"/>
              </a:ext>
            </a:extLst>
          </p:cNvPr>
          <p:cNvSpPr>
            <a:spLocks noGrp="1"/>
          </p:cNvSpPr>
          <p:nvPr/>
        </p:nvSpPr>
        <p:spPr>
          <a:xfrm>
            <a:off x="13463588" y="79724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4" name="full-317">
            <a:extLst>
              <a:ext uri="{FF2B5EF4-FFF2-40B4-BE49-F238E27FC236}">
                <a16:creationId xmlns:a16="http://schemas.microsoft.com/office/drawing/2014/main" id="{CBBBB23A-0034-40C2-BDC7-9E4052A1792C}"/>
              </a:ext>
            </a:extLst>
          </p:cNvPr>
          <p:cNvSpPr>
            <a:spLocks noGrp="1"/>
          </p:cNvSpPr>
          <p:nvPr/>
        </p:nvSpPr>
        <p:spPr>
          <a:xfrm>
            <a:off x="13463588" y="79343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45" name="full-318">
            <a:extLst>
              <a:ext uri="{FF2B5EF4-FFF2-40B4-BE49-F238E27FC236}">
                <a16:creationId xmlns:a16="http://schemas.microsoft.com/office/drawing/2014/main" id="{D53AE0BA-6848-4755-93C7-C1FB340EC71D}"/>
              </a:ext>
            </a:extLst>
          </p:cNvPr>
          <p:cNvSpPr>
            <a:spLocks noGrp="1"/>
          </p:cNvSpPr>
          <p:nvPr/>
        </p:nvSpPr>
        <p:spPr>
          <a:xfrm>
            <a:off x="11420475" y="81343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p₂</a:t>
            </a:r>
          </a:p>
        </p:txBody>
      </p:sp>
      <p:sp>
        <p:nvSpPr>
          <p:cNvPr id="346" name="full-319">
            <a:extLst>
              <a:ext uri="{FF2B5EF4-FFF2-40B4-BE49-F238E27FC236}">
                <a16:creationId xmlns:a16="http://schemas.microsoft.com/office/drawing/2014/main" id="{696A7B99-CDA1-4CBC-B78C-B002D7680F8C}"/>
              </a:ext>
            </a:extLst>
          </p:cNvPr>
          <p:cNvSpPr>
            <a:spLocks noGrp="1"/>
          </p:cNvSpPr>
          <p:nvPr/>
        </p:nvSpPr>
        <p:spPr>
          <a:xfrm>
            <a:off x="11830050" y="814387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7" name="full-320">
            <a:extLst>
              <a:ext uri="{FF2B5EF4-FFF2-40B4-BE49-F238E27FC236}">
                <a16:creationId xmlns:a16="http://schemas.microsoft.com/office/drawing/2014/main" id="{5D30FBAB-7736-41DD-9D91-9932D7E6187F}"/>
              </a:ext>
            </a:extLst>
          </p:cNvPr>
          <p:cNvSpPr>
            <a:spLocks noGrp="1"/>
          </p:cNvSpPr>
          <p:nvPr/>
        </p:nvSpPr>
        <p:spPr>
          <a:xfrm>
            <a:off x="12063413" y="814387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8" name="full-321">
            <a:extLst>
              <a:ext uri="{FF2B5EF4-FFF2-40B4-BE49-F238E27FC236}">
                <a16:creationId xmlns:a16="http://schemas.microsoft.com/office/drawing/2014/main" id="{AC42DC11-6EF1-49A7-ACB4-5C5412548ADC}"/>
              </a:ext>
            </a:extLst>
          </p:cNvPr>
          <p:cNvSpPr>
            <a:spLocks noGrp="1"/>
          </p:cNvSpPr>
          <p:nvPr/>
        </p:nvSpPr>
        <p:spPr>
          <a:xfrm>
            <a:off x="12296775" y="8143875"/>
            <a:ext cx="233363" cy="171450"/>
          </a:xfrm>
          <a:prstGeom prst="rect">
            <a:avLst/>
          </a:prstGeom>
          <a:solidFill>
            <a:srgbClr val="D8D0EE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49" name="full-322">
            <a:extLst>
              <a:ext uri="{FF2B5EF4-FFF2-40B4-BE49-F238E27FC236}">
                <a16:creationId xmlns:a16="http://schemas.microsoft.com/office/drawing/2014/main" id="{5B039E25-C8C7-4B9C-90A3-32AABEB144E2}"/>
              </a:ext>
            </a:extLst>
          </p:cNvPr>
          <p:cNvSpPr>
            <a:spLocks noGrp="1"/>
          </p:cNvSpPr>
          <p:nvPr/>
        </p:nvSpPr>
        <p:spPr>
          <a:xfrm>
            <a:off x="12530138" y="814387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0" name="full-323">
            <a:extLst>
              <a:ext uri="{FF2B5EF4-FFF2-40B4-BE49-F238E27FC236}">
                <a16:creationId xmlns:a16="http://schemas.microsoft.com/office/drawing/2014/main" id="{6673F1AD-7D8B-44EB-AA6F-B82519E53D53}"/>
              </a:ext>
            </a:extLst>
          </p:cNvPr>
          <p:cNvSpPr>
            <a:spLocks noGrp="1"/>
          </p:cNvSpPr>
          <p:nvPr/>
        </p:nvSpPr>
        <p:spPr>
          <a:xfrm>
            <a:off x="12763500" y="8143875"/>
            <a:ext cx="233363" cy="171450"/>
          </a:xfrm>
          <a:prstGeom prst="rect">
            <a:avLst/>
          </a:prstGeom>
          <a:solidFill>
            <a:srgbClr val="DDD6F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1" name="full-324">
            <a:extLst>
              <a:ext uri="{FF2B5EF4-FFF2-40B4-BE49-F238E27FC236}">
                <a16:creationId xmlns:a16="http://schemas.microsoft.com/office/drawing/2014/main" id="{46A6B5EC-8068-402B-A1E0-3963BDCB7C33}"/>
              </a:ext>
            </a:extLst>
          </p:cNvPr>
          <p:cNvSpPr>
            <a:spLocks noGrp="1"/>
          </p:cNvSpPr>
          <p:nvPr/>
        </p:nvSpPr>
        <p:spPr>
          <a:xfrm>
            <a:off x="12996863" y="814387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2" name="full-325">
            <a:extLst>
              <a:ext uri="{FF2B5EF4-FFF2-40B4-BE49-F238E27FC236}">
                <a16:creationId xmlns:a16="http://schemas.microsoft.com/office/drawing/2014/main" id="{93A0AB26-CA50-4C08-BFC3-02D9EF8DAB4C}"/>
              </a:ext>
            </a:extLst>
          </p:cNvPr>
          <p:cNvSpPr>
            <a:spLocks noGrp="1"/>
          </p:cNvSpPr>
          <p:nvPr/>
        </p:nvSpPr>
        <p:spPr>
          <a:xfrm>
            <a:off x="13230225" y="81438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3" name="full-326">
            <a:extLst>
              <a:ext uri="{FF2B5EF4-FFF2-40B4-BE49-F238E27FC236}">
                <a16:creationId xmlns:a16="http://schemas.microsoft.com/office/drawing/2014/main" id="{7A6D50FF-E4BC-4498-B211-55ED7E6EBB8B}"/>
              </a:ext>
            </a:extLst>
          </p:cNvPr>
          <p:cNvSpPr>
            <a:spLocks noGrp="1"/>
          </p:cNvSpPr>
          <p:nvPr/>
        </p:nvSpPr>
        <p:spPr>
          <a:xfrm>
            <a:off x="13463588" y="81438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4" name="full-327">
            <a:extLst>
              <a:ext uri="{FF2B5EF4-FFF2-40B4-BE49-F238E27FC236}">
                <a16:creationId xmlns:a16="http://schemas.microsoft.com/office/drawing/2014/main" id="{C34C3AC0-351A-4424-A9D4-B0C301A26279}"/>
              </a:ext>
            </a:extLst>
          </p:cNvPr>
          <p:cNvSpPr>
            <a:spLocks noGrp="1"/>
          </p:cNvSpPr>
          <p:nvPr/>
        </p:nvSpPr>
        <p:spPr>
          <a:xfrm>
            <a:off x="13463588" y="81057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55" name="full-328">
            <a:extLst>
              <a:ext uri="{FF2B5EF4-FFF2-40B4-BE49-F238E27FC236}">
                <a16:creationId xmlns:a16="http://schemas.microsoft.com/office/drawing/2014/main" id="{DE45D377-3EB1-485A-B482-C751058CA40B}"/>
              </a:ext>
            </a:extLst>
          </p:cNvPr>
          <p:cNvSpPr>
            <a:spLocks noGrp="1"/>
          </p:cNvSpPr>
          <p:nvPr/>
        </p:nvSpPr>
        <p:spPr>
          <a:xfrm>
            <a:off x="11420475" y="83058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p₃</a:t>
            </a:r>
          </a:p>
        </p:txBody>
      </p:sp>
      <p:sp>
        <p:nvSpPr>
          <p:cNvPr id="356" name="full-329">
            <a:extLst>
              <a:ext uri="{FF2B5EF4-FFF2-40B4-BE49-F238E27FC236}">
                <a16:creationId xmlns:a16="http://schemas.microsoft.com/office/drawing/2014/main" id="{0049D50E-88C5-43B8-904C-1AB93278DB2B}"/>
              </a:ext>
            </a:extLst>
          </p:cNvPr>
          <p:cNvSpPr>
            <a:spLocks noGrp="1"/>
          </p:cNvSpPr>
          <p:nvPr/>
        </p:nvSpPr>
        <p:spPr>
          <a:xfrm>
            <a:off x="11830050" y="831532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7" name="full-330">
            <a:extLst>
              <a:ext uri="{FF2B5EF4-FFF2-40B4-BE49-F238E27FC236}">
                <a16:creationId xmlns:a16="http://schemas.microsoft.com/office/drawing/2014/main" id="{E6CEBBCA-B2CB-42DE-B9B9-DF68993B4A0F}"/>
              </a:ext>
            </a:extLst>
          </p:cNvPr>
          <p:cNvSpPr>
            <a:spLocks noGrp="1"/>
          </p:cNvSpPr>
          <p:nvPr/>
        </p:nvSpPr>
        <p:spPr>
          <a:xfrm>
            <a:off x="12063413" y="83153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8" name="full-331">
            <a:extLst>
              <a:ext uri="{FF2B5EF4-FFF2-40B4-BE49-F238E27FC236}">
                <a16:creationId xmlns:a16="http://schemas.microsoft.com/office/drawing/2014/main" id="{98BD8CCF-56C8-42B1-A249-C07811C964BC}"/>
              </a:ext>
            </a:extLst>
          </p:cNvPr>
          <p:cNvSpPr>
            <a:spLocks noGrp="1"/>
          </p:cNvSpPr>
          <p:nvPr/>
        </p:nvSpPr>
        <p:spPr>
          <a:xfrm>
            <a:off x="12296775" y="8315325"/>
            <a:ext cx="233363" cy="171450"/>
          </a:xfrm>
          <a:prstGeom prst="rect">
            <a:avLst/>
          </a:prstGeom>
          <a:solidFill>
            <a:srgbClr val="EBE5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59" name="full-332">
            <a:extLst>
              <a:ext uri="{FF2B5EF4-FFF2-40B4-BE49-F238E27FC236}">
                <a16:creationId xmlns:a16="http://schemas.microsoft.com/office/drawing/2014/main" id="{217CB955-32EA-42B1-B452-0BB497EAC1E3}"/>
              </a:ext>
            </a:extLst>
          </p:cNvPr>
          <p:cNvSpPr>
            <a:spLocks noGrp="1"/>
          </p:cNvSpPr>
          <p:nvPr/>
        </p:nvSpPr>
        <p:spPr>
          <a:xfrm>
            <a:off x="12530138" y="831532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0" name="full-333">
            <a:extLst>
              <a:ext uri="{FF2B5EF4-FFF2-40B4-BE49-F238E27FC236}">
                <a16:creationId xmlns:a16="http://schemas.microsoft.com/office/drawing/2014/main" id="{AD96E1AC-FB8A-4C6A-B0FF-2E99A3A6D3A7}"/>
              </a:ext>
            </a:extLst>
          </p:cNvPr>
          <p:cNvSpPr>
            <a:spLocks noGrp="1"/>
          </p:cNvSpPr>
          <p:nvPr/>
        </p:nvSpPr>
        <p:spPr>
          <a:xfrm>
            <a:off x="12763500" y="831532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1" name="full-334">
            <a:extLst>
              <a:ext uri="{FF2B5EF4-FFF2-40B4-BE49-F238E27FC236}">
                <a16:creationId xmlns:a16="http://schemas.microsoft.com/office/drawing/2014/main" id="{37BA9D21-471D-4A0D-9755-1213C1465231}"/>
              </a:ext>
            </a:extLst>
          </p:cNvPr>
          <p:cNvSpPr>
            <a:spLocks noGrp="1"/>
          </p:cNvSpPr>
          <p:nvPr/>
        </p:nvSpPr>
        <p:spPr>
          <a:xfrm>
            <a:off x="12996863" y="831532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2" name="full-335">
            <a:extLst>
              <a:ext uri="{FF2B5EF4-FFF2-40B4-BE49-F238E27FC236}">
                <a16:creationId xmlns:a16="http://schemas.microsoft.com/office/drawing/2014/main" id="{08B19B9D-D04C-48FB-9D1A-A7E513D01F5F}"/>
              </a:ext>
            </a:extLst>
          </p:cNvPr>
          <p:cNvSpPr>
            <a:spLocks noGrp="1"/>
          </p:cNvSpPr>
          <p:nvPr/>
        </p:nvSpPr>
        <p:spPr>
          <a:xfrm>
            <a:off x="13230225" y="8315325"/>
            <a:ext cx="233363" cy="171450"/>
          </a:xfrm>
          <a:prstGeom prst="rect">
            <a:avLst/>
          </a:prstGeom>
          <a:solidFill>
            <a:srgbClr val="BCB1E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3" name="full-336">
            <a:extLst>
              <a:ext uri="{FF2B5EF4-FFF2-40B4-BE49-F238E27FC236}">
                <a16:creationId xmlns:a16="http://schemas.microsoft.com/office/drawing/2014/main" id="{608E2DBA-4090-481A-AE1A-47BC79A7B159}"/>
              </a:ext>
            </a:extLst>
          </p:cNvPr>
          <p:cNvSpPr>
            <a:spLocks noGrp="1"/>
          </p:cNvSpPr>
          <p:nvPr/>
        </p:nvSpPr>
        <p:spPr>
          <a:xfrm>
            <a:off x="13463588" y="83153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4" name="full-337">
            <a:extLst>
              <a:ext uri="{FF2B5EF4-FFF2-40B4-BE49-F238E27FC236}">
                <a16:creationId xmlns:a16="http://schemas.microsoft.com/office/drawing/2014/main" id="{B6122D9D-1196-4CA8-9CA5-C6DFC65FB0E8}"/>
              </a:ext>
            </a:extLst>
          </p:cNvPr>
          <p:cNvSpPr>
            <a:spLocks noGrp="1"/>
          </p:cNvSpPr>
          <p:nvPr/>
        </p:nvSpPr>
        <p:spPr>
          <a:xfrm>
            <a:off x="13463588" y="82772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65" name="full-338">
            <a:extLst>
              <a:ext uri="{FF2B5EF4-FFF2-40B4-BE49-F238E27FC236}">
                <a16:creationId xmlns:a16="http://schemas.microsoft.com/office/drawing/2014/main" id="{B1856595-8C7B-4836-BF0F-614C580B5221}"/>
              </a:ext>
            </a:extLst>
          </p:cNvPr>
          <p:cNvSpPr>
            <a:spLocks noGrp="1"/>
          </p:cNvSpPr>
          <p:nvPr/>
        </p:nvSpPr>
        <p:spPr>
          <a:xfrm>
            <a:off x="11420475" y="84772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p₄</a:t>
            </a:r>
          </a:p>
        </p:txBody>
      </p:sp>
      <p:sp>
        <p:nvSpPr>
          <p:cNvPr id="366" name="full-339">
            <a:extLst>
              <a:ext uri="{FF2B5EF4-FFF2-40B4-BE49-F238E27FC236}">
                <a16:creationId xmlns:a16="http://schemas.microsoft.com/office/drawing/2014/main" id="{A9652EAB-D7F1-40BF-8FB1-054BC1BCEAFB}"/>
              </a:ext>
            </a:extLst>
          </p:cNvPr>
          <p:cNvSpPr>
            <a:spLocks noGrp="1"/>
          </p:cNvSpPr>
          <p:nvPr/>
        </p:nvSpPr>
        <p:spPr>
          <a:xfrm>
            <a:off x="11830050" y="84867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7" name="full-340">
            <a:extLst>
              <a:ext uri="{FF2B5EF4-FFF2-40B4-BE49-F238E27FC236}">
                <a16:creationId xmlns:a16="http://schemas.microsoft.com/office/drawing/2014/main" id="{8982D9DC-DCF2-4C5F-B2AC-066930BA0687}"/>
              </a:ext>
            </a:extLst>
          </p:cNvPr>
          <p:cNvSpPr>
            <a:spLocks noGrp="1"/>
          </p:cNvSpPr>
          <p:nvPr/>
        </p:nvSpPr>
        <p:spPr>
          <a:xfrm>
            <a:off x="12063413" y="848677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8" name="full-341">
            <a:extLst>
              <a:ext uri="{FF2B5EF4-FFF2-40B4-BE49-F238E27FC236}">
                <a16:creationId xmlns:a16="http://schemas.microsoft.com/office/drawing/2014/main" id="{58B1A1F0-331E-4C78-AEEB-098445736423}"/>
              </a:ext>
            </a:extLst>
          </p:cNvPr>
          <p:cNvSpPr>
            <a:spLocks noGrp="1"/>
          </p:cNvSpPr>
          <p:nvPr/>
        </p:nvSpPr>
        <p:spPr>
          <a:xfrm>
            <a:off x="12296775" y="848677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69" name="full-342">
            <a:extLst>
              <a:ext uri="{FF2B5EF4-FFF2-40B4-BE49-F238E27FC236}">
                <a16:creationId xmlns:a16="http://schemas.microsoft.com/office/drawing/2014/main" id="{AADE44F4-A6BD-43A9-A619-BB1D843CAEEE}"/>
              </a:ext>
            </a:extLst>
          </p:cNvPr>
          <p:cNvSpPr>
            <a:spLocks noGrp="1"/>
          </p:cNvSpPr>
          <p:nvPr/>
        </p:nvSpPr>
        <p:spPr>
          <a:xfrm>
            <a:off x="12530138" y="8486775"/>
            <a:ext cx="233363" cy="171450"/>
          </a:xfrm>
          <a:prstGeom prst="rect">
            <a:avLst/>
          </a:prstGeom>
          <a:solidFill>
            <a:srgbClr val="BCB1E1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0" name="full-343">
            <a:extLst>
              <a:ext uri="{FF2B5EF4-FFF2-40B4-BE49-F238E27FC236}">
                <a16:creationId xmlns:a16="http://schemas.microsoft.com/office/drawing/2014/main" id="{E2E9FC1A-5248-4908-AFFA-BFB001E562FC}"/>
              </a:ext>
            </a:extLst>
          </p:cNvPr>
          <p:cNvSpPr>
            <a:spLocks noGrp="1"/>
          </p:cNvSpPr>
          <p:nvPr/>
        </p:nvSpPr>
        <p:spPr>
          <a:xfrm>
            <a:off x="12763500" y="8486775"/>
            <a:ext cx="233363" cy="171450"/>
          </a:xfrm>
          <a:prstGeom prst="rect">
            <a:avLst/>
          </a:prstGeom>
          <a:solidFill>
            <a:srgbClr val="CAC1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1" name="full-344">
            <a:extLst>
              <a:ext uri="{FF2B5EF4-FFF2-40B4-BE49-F238E27FC236}">
                <a16:creationId xmlns:a16="http://schemas.microsoft.com/office/drawing/2014/main" id="{67315233-17C5-470E-944A-BB163444F6BC}"/>
              </a:ext>
            </a:extLst>
          </p:cNvPr>
          <p:cNvSpPr>
            <a:spLocks noGrp="1"/>
          </p:cNvSpPr>
          <p:nvPr/>
        </p:nvSpPr>
        <p:spPr>
          <a:xfrm>
            <a:off x="12996863" y="8486775"/>
            <a:ext cx="233363" cy="171450"/>
          </a:xfrm>
          <a:prstGeom prst="rect">
            <a:avLst/>
          </a:prstGeom>
          <a:solidFill>
            <a:srgbClr val="D8D0EE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2" name="full-345">
            <a:extLst>
              <a:ext uri="{FF2B5EF4-FFF2-40B4-BE49-F238E27FC236}">
                <a16:creationId xmlns:a16="http://schemas.microsoft.com/office/drawing/2014/main" id="{EBC46202-9B40-49C4-BD98-9A41F42AB7E7}"/>
              </a:ext>
            </a:extLst>
          </p:cNvPr>
          <p:cNvSpPr>
            <a:spLocks noGrp="1"/>
          </p:cNvSpPr>
          <p:nvPr/>
        </p:nvSpPr>
        <p:spPr>
          <a:xfrm>
            <a:off x="13230225" y="848677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3" name="full-346">
            <a:extLst>
              <a:ext uri="{FF2B5EF4-FFF2-40B4-BE49-F238E27FC236}">
                <a16:creationId xmlns:a16="http://schemas.microsoft.com/office/drawing/2014/main" id="{917B9C85-8DEB-4209-A55B-503B66B507C3}"/>
              </a:ext>
            </a:extLst>
          </p:cNvPr>
          <p:cNvSpPr>
            <a:spLocks noGrp="1"/>
          </p:cNvSpPr>
          <p:nvPr/>
        </p:nvSpPr>
        <p:spPr>
          <a:xfrm>
            <a:off x="13463588" y="84867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4" name="full-347">
            <a:extLst>
              <a:ext uri="{FF2B5EF4-FFF2-40B4-BE49-F238E27FC236}">
                <a16:creationId xmlns:a16="http://schemas.microsoft.com/office/drawing/2014/main" id="{1C2275AF-62B8-430B-A573-68CBDB1DC852}"/>
              </a:ext>
            </a:extLst>
          </p:cNvPr>
          <p:cNvSpPr>
            <a:spLocks noGrp="1"/>
          </p:cNvSpPr>
          <p:nvPr/>
        </p:nvSpPr>
        <p:spPr>
          <a:xfrm>
            <a:off x="13463588" y="84486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75" name="full-348">
            <a:extLst>
              <a:ext uri="{FF2B5EF4-FFF2-40B4-BE49-F238E27FC236}">
                <a16:creationId xmlns:a16="http://schemas.microsoft.com/office/drawing/2014/main" id="{9D5F81EA-A4B9-4D01-BEC4-F824ED67FD82}"/>
              </a:ext>
            </a:extLst>
          </p:cNvPr>
          <p:cNvSpPr>
            <a:spLocks noGrp="1"/>
          </p:cNvSpPr>
          <p:nvPr/>
        </p:nvSpPr>
        <p:spPr>
          <a:xfrm>
            <a:off x="11420475" y="86487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p₅</a:t>
            </a:r>
          </a:p>
        </p:txBody>
      </p:sp>
      <p:sp>
        <p:nvSpPr>
          <p:cNvPr id="376" name="full-349">
            <a:extLst>
              <a:ext uri="{FF2B5EF4-FFF2-40B4-BE49-F238E27FC236}">
                <a16:creationId xmlns:a16="http://schemas.microsoft.com/office/drawing/2014/main" id="{16698538-B71C-4AB0-A3FD-7E524DA15E8B}"/>
              </a:ext>
            </a:extLst>
          </p:cNvPr>
          <p:cNvSpPr>
            <a:spLocks noGrp="1"/>
          </p:cNvSpPr>
          <p:nvPr/>
        </p:nvSpPr>
        <p:spPr>
          <a:xfrm>
            <a:off x="11830050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7" name="full-350">
            <a:extLst>
              <a:ext uri="{FF2B5EF4-FFF2-40B4-BE49-F238E27FC236}">
                <a16:creationId xmlns:a16="http://schemas.microsoft.com/office/drawing/2014/main" id="{A7C21C5D-729B-4F52-BC1D-9A544C20A860}"/>
              </a:ext>
            </a:extLst>
          </p:cNvPr>
          <p:cNvSpPr>
            <a:spLocks noGrp="1"/>
          </p:cNvSpPr>
          <p:nvPr/>
        </p:nvSpPr>
        <p:spPr>
          <a:xfrm>
            <a:off x="12063413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8" name="full-351">
            <a:extLst>
              <a:ext uri="{FF2B5EF4-FFF2-40B4-BE49-F238E27FC236}">
                <a16:creationId xmlns:a16="http://schemas.microsoft.com/office/drawing/2014/main" id="{66FC2BDA-F47B-4E75-94EA-286F38EDA0A0}"/>
              </a:ext>
            </a:extLst>
          </p:cNvPr>
          <p:cNvSpPr>
            <a:spLocks noGrp="1"/>
          </p:cNvSpPr>
          <p:nvPr/>
        </p:nvSpPr>
        <p:spPr>
          <a:xfrm>
            <a:off x="12296775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79" name="full-352">
            <a:extLst>
              <a:ext uri="{FF2B5EF4-FFF2-40B4-BE49-F238E27FC236}">
                <a16:creationId xmlns:a16="http://schemas.microsoft.com/office/drawing/2014/main" id="{4D34C9C9-8E6C-41C2-9A55-7003181BD9FE}"/>
              </a:ext>
            </a:extLst>
          </p:cNvPr>
          <p:cNvSpPr>
            <a:spLocks noGrp="1"/>
          </p:cNvSpPr>
          <p:nvPr/>
        </p:nvSpPr>
        <p:spPr>
          <a:xfrm>
            <a:off x="12530138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0" name="full-353">
            <a:extLst>
              <a:ext uri="{FF2B5EF4-FFF2-40B4-BE49-F238E27FC236}">
                <a16:creationId xmlns:a16="http://schemas.microsoft.com/office/drawing/2014/main" id="{6C408062-ADE3-45D6-A9C5-303C18C89707}"/>
              </a:ext>
            </a:extLst>
          </p:cNvPr>
          <p:cNvSpPr>
            <a:spLocks noGrp="1"/>
          </p:cNvSpPr>
          <p:nvPr/>
        </p:nvSpPr>
        <p:spPr>
          <a:xfrm>
            <a:off x="12763500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1" name="full-354">
            <a:extLst>
              <a:ext uri="{FF2B5EF4-FFF2-40B4-BE49-F238E27FC236}">
                <a16:creationId xmlns:a16="http://schemas.microsoft.com/office/drawing/2014/main" id="{9F6C8256-54AE-4B89-9521-19D1F45460D1}"/>
              </a:ext>
            </a:extLst>
          </p:cNvPr>
          <p:cNvSpPr>
            <a:spLocks noGrp="1"/>
          </p:cNvSpPr>
          <p:nvPr/>
        </p:nvSpPr>
        <p:spPr>
          <a:xfrm>
            <a:off x="12996863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2" name="full-355">
            <a:extLst>
              <a:ext uri="{FF2B5EF4-FFF2-40B4-BE49-F238E27FC236}">
                <a16:creationId xmlns:a16="http://schemas.microsoft.com/office/drawing/2014/main" id="{0B3A5D3B-290E-48D2-A1DA-0C8A382B41D3}"/>
              </a:ext>
            </a:extLst>
          </p:cNvPr>
          <p:cNvSpPr>
            <a:spLocks noGrp="1"/>
          </p:cNvSpPr>
          <p:nvPr/>
        </p:nvSpPr>
        <p:spPr>
          <a:xfrm>
            <a:off x="13230225" y="8658225"/>
            <a:ext cx="233363" cy="171450"/>
          </a:xfrm>
          <a:prstGeom prst="rect">
            <a:avLst/>
          </a:prstGeom>
          <a:solidFill>
            <a:srgbClr val="C1B6E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3" name="full-356">
            <a:extLst>
              <a:ext uri="{FF2B5EF4-FFF2-40B4-BE49-F238E27FC236}">
                <a16:creationId xmlns:a16="http://schemas.microsoft.com/office/drawing/2014/main" id="{93BA1657-DB0B-40B0-98BA-C76EF3D310BC}"/>
              </a:ext>
            </a:extLst>
          </p:cNvPr>
          <p:cNvSpPr>
            <a:spLocks noGrp="1"/>
          </p:cNvSpPr>
          <p:nvPr/>
        </p:nvSpPr>
        <p:spPr>
          <a:xfrm>
            <a:off x="13463588" y="86582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4" name="full-357">
            <a:extLst>
              <a:ext uri="{FF2B5EF4-FFF2-40B4-BE49-F238E27FC236}">
                <a16:creationId xmlns:a16="http://schemas.microsoft.com/office/drawing/2014/main" id="{1F66A84F-C4D1-428D-8FC8-2818BC61C661}"/>
              </a:ext>
            </a:extLst>
          </p:cNvPr>
          <p:cNvSpPr>
            <a:spLocks noGrp="1"/>
          </p:cNvSpPr>
          <p:nvPr/>
        </p:nvSpPr>
        <p:spPr>
          <a:xfrm>
            <a:off x="13463588" y="86201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85" name="full-358">
            <a:extLst>
              <a:ext uri="{FF2B5EF4-FFF2-40B4-BE49-F238E27FC236}">
                <a16:creationId xmlns:a16="http://schemas.microsoft.com/office/drawing/2014/main" id="{B8A12EB8-6C34-41DC-B27A-D06E58FC6488}"/>
              </a:ext>
            </a:extLst>
          </p:cNvPr>
          <p:cNvSpPr>
            <a:spLocks noGrp="1"/>
          </p:cNvSpPr>
          <p:nvPr/>
        </p:nvSpPr>
        <p:spPr>
          <a:xfrm>
            <a:off x="11420475" y="882015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p₆</a:t>
            </a:r>
          </a:p>
        </p:txBody>
      </p:sp>
      <p:sp>
        <p:nvSpPr>
          <p:cNvPr id="386" name="full-359">
            <a:extLst>
              <a:ext uri="{FF2B5EF4-FFF2-40B4-BE49-F238E27FC236}">
                <a16:creationId xmlns:a16="http://schemas.microsoft.com/office/drawing/2014/main" id="{D45F0385-EDA2-4BB1-BF9C-CB574833C617}"/>
              </a:ext>
            </a:extLst>
          </p:cNvPr>
          <p:cNvSpPr>
            <a:spLocks noGrp="1"/>
          </p:cNvSpPr>
          <p:nvPr/>
        </p:nvSpPr>
        <p:spPr>
          <a:xfrm>
            <a:off x="11830050" y="8829675"/>
            <a:ext cx="233363" cy="171450"/>
          </a:xfrm>
          <a:prstGeom prst="rect">
            <a:avLst/>
          </a:prstGeom>
          <a:solidFill>
            <a:srgbClr val="EFEBF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7" name="full-360">
            <a:extLst>
              <a:ext uri="{FF2B5EF4-FFF2-40B4-BE49-F238E27FC236}">
                <a16:creationId xmlns:a16="http://schemas.microsoft.com/office/drawing/2014/main" id="{9A4B9A46-7C66-483E-A44F-DF19CAA10F6E}"/>
              </a:ext>
            </a:extLst>
          </p:cNvPr>
          <p:cNvSpPr>
            <a:spLocks noGrp="1"/>
          </p:cNvSpPr>
          <p:nvPr/>
        </p:nvSpPr>
        <p:spPr>
          <a:xfrm>
            <a:off x="12063413" y="882967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8" name="full-361">
            <a:extLst>
              <a:ext uri="{FF2B5EF4-FFF2-40B4-BE49-F238E27FC236}">
                <a16:creationId xmlns:a16="http://schemas.microsoft.com/office/drawing/2014/main" id="{D59E565C-E21D-49E4-B82F-AC30A7447148}"/>
              </a:ext>
            </a:extLst>
          </p:cNvPr>
          <p:cNvSpPr>
            <a:spLocks noGrp="1"/>
          </p:cNvSpPr>
          <p:nvPr/>
        </p:nvSpPr>
        <p:spPr>
          <a:xfrm>
            <a:off x="12296775" y="8829675"/>
            <a:ext cx="233363" cy="171450"/>
          </a:xfrm>
          <a:prstGeom prst="rect">
            <a:avLst/>
          </a:prstGeom>
          <a:solidFill>
            <a:srgbClr val="D4CBE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89" name="full-362">
            <a:extLst>
              <a:ext uri="{FF2B5EF4-FFF2-40B4-BE49-F238E27FC236}">
                <a16:creationId xmlns:a16="http://schemas.microsoft.com/office/drawing/2014/main" id="{A7017D55-940B-4A2F-8060-A8F5BD07C126}"/>
              </a:ext>
            </a:extLst>
          </p:cNvPr>
          <p:cNvSpPr>
            <a:spLocks noGrp="1"/>
          </p:cNvSpPr>
          <p:nvPr/>
        </p:nvSpPr>
        <p:spPr>
          <a:xfrm>
            <a:off x="12530138" y="882967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0" name="full-363">
            <a:extLst>
              <a:ext uri="{FF2B5EF4-FFF2-40B4-BE49-F238E27FC236}">
                <a16:creationId xmlns:a16="http://schemas.microsoft.com/office/drawing/2014/main" id="{921B30A7-0DF1-480B-A46B-3CA4020AA7E7}"/>
              </a:ext>
            </a:extLst>
          </p:cNvPr>
          <p:cNvSpPr>
            <a:spLocks noGrp="1"/>
          </p:cNvSpPr>
          <p:nvPr/>
        </p:nvSpPr>
        <p:spPr>
          <a:xfrm>
            <a:off x="12763500" y="8829675"/>
            <a:ext cx="233363" cy="171450"/>
          </a:xfrm>
          <a:prstGeom prst="rect">
            <a:avLst/>
          </a:prstGeom>
          <a:solidFill>
            <a:srgbClr val="B8ACDF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1" name="full-364">
            <a:extLst>
              <a:ext uri="{FF2B5EF4-FFF2-40B4-BE49-F238E27FC236}">
                <a16:creationId xmlns:a16="http://schemas.microsoft.com/office/drawing/2014/main" id="{B66D7BE9-3EC0-4039-82CA-5783869F30E0}"/>
              </a:ext>
            </a:extLst>
          </p:cNvPr>
          <p:cNvSpPr>
            <a:spLocks noGrp="1"/>
          </p:cNvSpPr>
          <p:nvPr/>
        </p:nvSpPr>
        <p:spPr>
          <a:xfrm>
            <a:off x="12996863" y="8829675"/>
            <a:ext cx="233363" cy="171450"/>
          </a:xfrm>
          <a:prstGeom prst="rect">
            <a:avLst/>
          </a:prstGeom>
          <a:solidFill>
            <a:srgbClr val="AA9CD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2" name="full-365">
            <a:extLst>
              <a:ext uri="{FF2B5EF4-FFF2-40B4-BE49-F238E27FC236}">
                <a16:creationId xmlns:a16="http://schemas.microsoft.com/office/drawing/2014/main" id="{47B3CC50-195B-452C-9F95-BD8DFA284E4A}"/>
              </a:ext>
            </a:extLst>
          </p:cNvPr>
          <p:cNvSpPr>
            <a:spLocks noGrp="1"/>
          </p:cNvSpPr>
          <p:nvPr/>
        </p:nvSpPr>
        <p:spPr>
          <a:xfrm>
            <a:off x="13230225" y="8829675"/>
            <a:ext cx="233363" cy="171450"/>
          </a:xfrm>
          <a:prstGeom prst="rect">
            <a:avLst/>
          </a:prstGeom>
          <a:solidFill>
            <a:srgbClr val="EBE5F7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3" name="full-366">
            <a:extLst>
              <a:ext uri="{FF2B5EF4-FFF2-40B4-BE49-F238E27FC236}">
                <a16:creationId xmlns:a16="http://schemas.microsoft.com/office/drawing/2014/main" id="{27E0B1DE-71CD-4E1A-B697-67DF733CF911}"/>
              </a:ext>
            </a:extLst>
          </p:cNvPr>
          <p:cNvSpPr>
            <a:spLocks noGrp="1"/>
          </p:cNvSpPr>
          <p:nvPr/>
        </p:nvSpPr>
        <p:spPr>
          <a:xfrm>
            <a:off x="13463588" y="882967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4" name="full-367">
            <a:extLst>
              <a:ext uri="{FF2B5EF4-FFF2-40B4-BE49-F238E27FC236}">
                <a16:creationId xmlns:a16="http://schemas.microsoft.com/office/drawing/2014/main" id="{A323413A-11B2-45B3-A3B4-48E839E2EBD2}"/>
              </a:ext>
            </a:extLst>
          </p:cNvPr>
          <p:cNvSpPr>
            <a:spLocks noGrp="1"/>
          </p:cNvSpPr>
          <p:nvPr/>
        </p:nvSpPr>
        <p:spPr>
          <a:xfrm>
            <a:off x="13463588" y="879157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95" name="full-368">
            <a:extLst>
              <a:ext uri="{FF2B5EF4-FFF2-40B4-BE49-F238E27FC236}">
                <a16:creationId xmlns:a16="http://schemas.microsoft.com/office/drawing/2014/main" id="{827A4C97-EBB2-4639-BD9F-A8CE47FDB8F3}"/>
              </a:ext>
            </a:extLst>
          </p:cNvPr>
          <p:cNvSpPr>
            <a:spLocks noGrp="1"/>
          </p:cNvSpPr>
          <p:nvPr/>
        </p:nvSpPr>
        <p:spPr>
          <a:xfrm>
            <a:off x="11420475" y="8991600"/>
            <a:ext cx="333375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p₇</a:t>
            </a:r>
          </a:p>
        </p:txBody>
      </p:sp>
      <p:sp>
        <p:nvSpPr>
          <p:cNvPr id="396" name="full-369">
            <a:extLst>
              <a:ext uri="{FF2B5EF4-FFF2-40B4-BE49-F238E27FC236}">
                <a16:creationId xmlns:a16="http://schemas.microsoft.com/office/drawing/2014/main" id="{1EC00588-88CA-43F0-B3D8-B7D1B5F3179E}"/>
              </a:ext>
            </a:extLst>
          </p:cNvPr>
          <p:cNvSpPr>
            <a:spLocks noGrp="1"/>
          </p:cNvSpPr>
          <p:nvPr/>
        </p:nvSpPr>
        <p:spPr>
          <a:xfrm>
            <a:off x="11830050" y="9001125"/>
            <a:ext cx="233363" cy="171450"/>
          </a:xfrm>
          <a:prstGeom prst="rect">
            <a:avLst/>
          </a:prstGeom>
          <a:solidFill>
            <a:srgbClr val="CFC6E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7" name="full-370">
            <a:extLst>
              <a:ext uri="{FF2B5EF4-FFF2-40B4-BE49-F238E27FC236}">
                <a16:creationId xmlns:a16="http://schemas.microsoft.com/office/drawing/2014/main" id="{613D4E2C-119A-46DC-B7F0-89CEB72EBBDA}"/>
              </a:ext>
            </a:extLst>
          </p:cNvPr>
          <p:cNvSpPr>
            <a:spLocks noGrp="1"/>
          </p:cNvSpPr>
          <p:nvPr/>
        </p:nvSpPr>
        <p:spPr>
          <a:xfrm>
            <a:off x="12063413" y="9001125"/>
            <a:ext cx="233363" cy="171450"/>
          </a:xfrm>
          <a:prstGeom prst="rect">
            <a:avLst/>
          </a:prstGeom>
          <a:solidFill>
            <a:srgbClr val="B3A6DC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8" name="full-371">
            <a:extLst>
              <a:ext uri="{FF2B5EF4-FFF2-40B4-BE49-F238E27FC236}">
                <a16:creationId xmlns:a16="http://schemas.microsoft.com/office/drawing/2014/main" id="{7CEA051B-F304-4F7F-AA32-DF7FAAEA7A76}"/>
              </a:ext>
            </a:extLst>
          </p:cNvPr>
          <p:cNvSpPr>
            <a:spLocks noGrp="1"/>
          </p:cNvSpPr>
          <p:nvPr/>
        </p:nvSpPr>
        <p:spPr>
          <a:xfrm>
            <a:off x="12296775" y="9001125"/>
            <a:ext cx="233363" cy="171450"/>
          </a:xfrm>
          <a:prstGeom prst="rect">
            <a:avLst/>
          </a:prstGeom>
          <a:solidFill>
            <a:srgbClr val="E6E0F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399" name="full-372">
            <a:extLst>
              <a:ext uri="{FF2B5EF4-FFF2-40B4-BE49-F238E27FC236}">
                <a16:creationId xmlns:a16="http://schemas.microsoft.com/office/drawing/2014/main" id="{A7C1297B-CE98-4548-9114-71C29E053A1B}"/>
              </a:ext>
            </a:extLst>
          </p:cNvPr>
          <p:cNvSpPr>
            <a:spLocks noGrp="1"/>
          </p:cNvSpPr>
          <p:nvPr/>
        </p:nvSpPr>
        <p:spPr>
          <a:xfrm>
            <a:off x="12530138" y="9001125"/>
            <a:ext cx="233363" cy="171450"/>
          </a:xfrm>
          <a:prstGeom prst="rect">
            <a:avLst/>
          </a:prstGeom>
          <a:solidFill>
            <a:srgbClr val="CAC1E8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0" name="full-373">
            <a:extLst>
              <a:ext uri="{FF2B5EF4-FFF2-40B4-BE49-F238E27FC236}">
                <a16:creationId xmlns:a16="http://schemas.microsoft.com/office/drawing/2014/main" id="{1FBCA1D9-1BD3-4564-BE04-E30F4D720AA8}"/>
              </a:ext>
            </a:extLst>
          </p:cNvPr>
          <p:cNvSpPr>
            <a:spLocks noGrp="1"/>
          </p:cNvSpPr>
          <p:nvPr/>
        </p:nvSpPr>
        <p:spPr>
          <a:xfrm>
            <a:off x="12763500" y="9001125"/>
            <a:ext cx="233363" cy="171450"/>
          </a:xfrm>
          <a:prstGeom prst="rect">
            <a:avLst/>
          </a:prstGeom>
          <a:solidFill>
            <a:srgbClr val="AFA1DA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1" name="full-374">
            <a:extLst>
              <a:ext uri="{FF2B5EF4-FFF2-40B4-BE49-F238E27FC236}">
                <a16:creationId xmlns:a16="http://schemas.microsoft.com/office/drawing/2014/main" id="{473F0C3F-45B8-474E-8D3D-09CE1F69463F}"/>
              </a:ext>
            </a:extLst>
          </p:cNvPr>
          <p:cNvSpPr>
            <a:spLocks noGrp="1"/>
          </p:cNvSpPr>
          <p:nvPr/>
        </p:nvSpPr>
        <p:spPr>
          <a:xfrm>
            <a:off x="12996863" y="9001125"/>
            <a:ext cx="233363" cy="171450"/>
          </a:xfrm>
          <a:prstGeom prst="rect">
            <a:avLst/>
          </a:prstGeom>
          <a:solidFill>
            <a:srgbClr val="E1DBF3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2" name="full-375">
            <a:extLst>
              <a:ext uri="{FF2B5EF4-FFF2-40B4-BE49-F238E27FC236}">
                <a16:creationId xmlns:a16="http://schemas.microsoft.com/office/drawing/2014/main" id="{D8555434-8C16-46CF-A5CF-10D546F9137F}"/>
              </a:ext>
            </a:extLst>
          </p:cNvPr>
          <p:cNvSpPr>
            <a:spLocks noGrp="1"/>
          </p:cNvSpPr>
          <p:nvPr/>
        </p:nvSpPr>
        <p:spPr>
          <a:xfrm>
            <a:off x="13230225" y="9001125"/>
            <a:ext cx="233363" cy="171450"/>
          </a:xfrm>
          <a:prstGeom prst="rect">
            <a:avLst/>
          </a:prstGeom>
          <a:solidFill>
            <a:srgbClr val="C6BBE5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3" name="full-376">
            <a:extLst>
              <a:ext uri="{FF2B5EF4-FFF2-40B4-BE49-F238E27FC236}">
                <a16:creationId xmlns:a16="http://schemas.microsoft.com/office/drawing/2014/main" id="{A3043373-AF07-45C3-9D8C-BFA5D5D65A2D}"/>
              </a:ext>
            </a:extLst>
          </p:cNvPr>
          <p:cNvSpPr>
            <a:spLocks noGrp="1"/>
          </p:cNvSpPr>
          <p:nvPr/>
        </p:nvSpPr>
        <p:spPr>
          <a:xfrm>
            <a:off x="13463588" y="9001125"/>
            <a:ext cx="233363" cy="171450"/>
          </a:xfrm>
          <a:prstGeom prst="rect">
            <a:avLst/>
          </a:prstGeom>
          <a:solidFill>
            <a:srgbClr val="FAFAFD"/>
          </a:solidFill>
          <a:ln w="4763">
            <a:solidFill>
              <a:srgbClr val="B6C8DF"/>
            </a:solidFill>
            <a:prstDash val="solid"/>
          </a:ln>
        </p:spPr>
      </p:sp>
      <p:sp>
        <p:nvSpPr>
          <p:cNvPr id="404" name="full-377">
            <a:extLst>
              <a:ext uri="{FF2B5EF4-FFF2-40B4-BE49-F238E27FC236}">
                <a16:creationId xmlns:a16="http://schemas.microsoft.com/office/drawing/2014/main" id="{362D43CF-CD9F-4CC5-A09A-D741B64F4073}"/>
              </a:ext>
            </a:extLst>
          </p:cNvPr>
          <p:cNvSpPr>
            <a:spLocks noGrp="1"/>
          </p:cNvSpPr>
          <p:nvPr/>
        </p:nvSpPr>
        <p:spPr>
          <a:xfrm>
            <a:off x="13463588" y="8963025"/>
            <a:ext cx="233363" cy="1714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405" name="full-378">
            <a:extLst>
              <a:ext uri="{FF2B5EF4-FFF2-40B4-BE49-F238E27FC236}">
                <a16:creationId xmlns:a16="http://schemas.microsoft.com/office/drawing/2014/main" id="{B51DC534-0817-4CA7-A769-444B1D5943EE}"/>
              </a:ext>
            </a:extLst>
          </p:cNvPr>
          <p:cNvSpPr>
            <a:spLocks noGrp="1"/>
          </p:cNvSpPr>
          <p:nvPr/>
        </p:nvSpPr>
        <p:spPr>
          <a:xfrm>
            <a:off x="13811250" y="8534400"/>
            <a:ext cx="342900" cy="0"/>
          </a:xfrm>
          <a:prstGeom prst="line">
            <a:avLst/>
          </a:prstGeom>
          <a:noFill/>
          <a:ln w="38100">
            <a:solidFill>
              <a:srgbClr val="4E91CB"/>
            </a:solidFill>
            <a:prstDash val="solid"/>
          </a:ln>
        </p:spPr>
      </p:sp>
      <p:sp>
        <p:nvSpPr>
          <p:cNvPr id="406" name="full-379">
            <a:extLst>
              <a:ext uri="{FF2B5EF4-FFF2-40B4-BE49-F238E27FC236}">
                <a16:creationId xmlns:a16="http://schemas.microsoft.com/office/drawing/2014/main" id="{3689874B-1A40-4C5D-A2C0-B706A39E7E58}"/>
              </a:ext>
            </a:extLst>
          </p:cNvPr>
          <p:cNvSpPr>
            <a:spLocks noGrp="1"/>
          </p:cNvSpPr>
          <p:nvPr/>
        </p:nvSpPr>
        <p:spPr>
          <a:xfrm rot="5400000">
            <a:off x="14144625" y="8477250"/>
            <a:ext cx="114300" cy="114300"/>
          </a:xfrm>
          <a:prstGeom prst="triangle">
            <a:avLst/>
          </a:prstGeom>
          <a:solidFill>
            <a:srgbClr val="4E91CB"/>
          </a:solidFill>
          <a:ln w="9525">
            <a:noFill/>
            <a:prstDash val="solid"/>
          </a:ln>
        </p:spPr>
      </p:sp>
      <p:sp>
        <p:nvSpPr>
          <p:cNvPr id="407" name="full-380">
            <a:extLst>
              <a:ext uri="{FF2B5EF4-FFF2-40B4-BE49-F238E27FC236}">
                <a16:creationId xmlns:a16="http://schemas.microsoft.com/office/drawing/2014/main" id="{DE812B46-F7FC-4396-A7D8-15C23EFBFA9C}"/>
              </a:ext>
            </a:extLst>
          </p:cNvPr>
          <p:cNvSpPr>
            <a:spLocks noGrp="1"/>
          </p:cNvSpPr>
          <p:nvPr/>
        </p:nvSpPr>
        <p:spPr>
          <a:xfrm>
            <a:off x="13706475" y="7981950"/>
            <a:ext cx="638175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/>
            </a:defPPr>
            <a:lvl1pPr algn="ctr">
              <a:defRPr sz="1200"/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  <a:lvl6pPr algn="ctr">
              <a:defRPr sz="1200"/>
            </a:lvl6pPr>
            <a:lvl7pPr algn="ctr">
              <a:defRPr sz="1200"/>
            </a:lvl7pPr>
            <a:lvl8pPr algn="ctr">
              <a:defRPr sz="1200"/>
            </a:lvl8pPr>
            <a:lvl9pPr algn="ctr">
              <a:defRPr sz="1200"/>
            </a:lvl9pPr>
          </a:lstStyle>
          <a:p>
            <a:pPr algn="ctr">
              <a:defRPr sz="1200"/>
            </a:pPr>
            <a:r>
              <a:rPr sz="120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全局</a:t>
            </a:r>
            <a:br>
              <a:rPr sz="1200" b="0">
                <a:solidFill>
                  <a:srgbClr val="182C49"/>
                </a:solidFill>
                <a:latin typeface="SimSun"/>
                <a:ea typeface="SimSun"/>
                <a:cs typeface="SimSun"/>
              </a:rPr>
            </a:br>
            <a:r>
              <a:rPr sz="1200" b="0">
                <a:solidFill>
                  <a:srgbClr val="182C49"/>
                </a:solidFill>
                <a:latin typeface="SimSun"/>
                <a:ea typeface="SimSun"/>
                <a:cs typeface="SimSun"/>
              </a:rPr>
              <a:t>平均池化</a:t>
            </a:r>
          </a:p>
        </p:txBody>
      </p:sp>
      <p:sp>
        <p:nvSpPr>
          <p:cNvPr id="408" name="full-381">
            <a:extLst>
              <a:ext uri="{FF2B5EF4-FFF2-40B4-BE49-F238E27FC236}">
                <a16:creationId xmlns:a16="http://schemas.microsoft.com/office/drawing/2014/main" id="{2B7B34FC-AD6E-4619-AACC-5C0DEFE77C28}"/>
              </a:ext>
            </a:extLst>
          </p:cNvPr>
          <p:cNvSpPr>
            <a:spLocks noGrp="1"/>
          </p:cNvSpPr>
          <p:nvPr/>
        </p:nvSpPr>
        <p:spPr>
          <a:xfrm>
            <a:off x="14316075" y="7581900"/>
            <a:ext cx="2438400" cy="17145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F5F3FB"/>
              </a:gs>
              <a:gs pos="100000">
                <a:srgbClr val="F3F0FA"/>
              </a:gs>
            </a:gsLst>
            <a:lin ang="5400000" scaled="0"/>
          </a:gradFill>
          <a:ln w="9525">
            <a:noFill/>
            <a:prstDash val="solid"/>
          </a:ln>
        </p:spPr>
      </p:sp>
      <p:sp>
        <p:nvSpPr>
          <p:cNvPr id="409" name="full-382">
            <a:extLst>
              <a:ext uri="{FF2B5EF4-FFF2-40B4-BE49-F238E27FC236}">
                <a16:creationId xmlns:a16="http://schemas.microsoft.com/office/drawing/2014/main" id="{5B6F4115-BAB7-44B1-B3F6-CCAFB6A0FC25}"/>
              </a:ext>
            </a:extLst>
          </p:cNvPr>
          <p:cNvSpPr>
            <a:spLocks noGrp="1"/>
          </p:cNvSpPr>
          <p:nvPr/>
        </p:nvSpPr>
        <p:spPr>
          <a:xfrm>
            <a:off x="14363700" y="7629525"/>
            <a:ext cx="23431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1">
                <a:solidFill>
                  <a:srgbClr val="182C49"/>
                </a:solidFill>
                <a:latin typeface="SimSun"/>
                <a:ea typeface="SimSun"/>
                <a:cs typeface="SimSun"/>
              </a:rPr>
              <a:t>流交互图特征</a:t>
            </a:r>
          </a:p>
        </p:txBody>
      </p:sp>
      <p:sp>
        <p:nvSpPr>
          <p:cNvPr id="410" name="full-383">
            <a:extLst>
              <a:ext uri="{FF2B5EF4-FFF2-40B4-BE49-F238E27FC236}">
                <a16:creationId xmlns:a16="http://schemas.microsoft.com/office/drawing/2014/main" id="{699AACCF-CB02-4847-8606-6877E1520ECB}"/>
              </a:ext>
            </a:extLst>
          </p:cNvPr>
          <p:cNvSpPr>
            <a:spLocks noGrp="1"/>
          </p:cNvSpPr>
          <p:nvPr/>
        </p:nvSpPr>
        <p:spPr>
          <a:xfrm>
            <a:off x="14354175" y="8020050"/>
            <a:ext cx="914400" cy="333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75"/>
            </a:defPPr>
            <a:lvl1pPr algn="ctr">
              <a:defRPr sz="1875"/>
            </a:lvl1pPr>
            <a:lvl2pPr algn="ctr">
              <a:defRPr sz="1875"/>
            </a:lvl2pPr>
            <a:lvl3pPr algn="ctr">
              <a:defRPr sz="1875"/>
            </a:lvl3pPr>
            <a:lvl4pPr algn="ctr">
              <a:defRPr sz="1875"/>
            </a:lvl4pPr>
            <a:lvl5pPr algn="ctr">
              <a:defRPr sz="1875"/>
            </a:lvl5pPr>
            <a:lvl6pPr algn="ctr">
              <a:defRPr sz="1875"/>
            </a:lvl6pPr>
            <a:lvl7pPr algn="ctr">
              <a:defRPr sz="1875"/>
            </a:lvl7pPr>
            <a:lvl8pPr algn="ctr">
              <a:defRPr sz="1875"/>
            </a:lvl8pPr>
            <a:lvl9pPr algn="ctr">
              <a:defRPr sz="1875"/>
            </a:lvl9pPr>
          </a:lstStyle>
          <a:p>
            <a:pPr algn="ctr">
              <a:defRPr sz="1875"/>
            </a:pPr>
            <a:r>
              <a:rPr sz="187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406" b="0" baseline="-2500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87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(x) =</a:t>
            </a:r>
          </a:p>
        </p:txBody>
      </p:sp>
      <p:sp>
        <p:nvSpPr>
          <p:cNvPr id="411" name="full-384">
            <a:extLst>
              <a:ext uri="{FF2B5EF4-FFF2-40B4-BE49-F238E27FC236}">
                <a16:creationId xmlns:a16="http://schemas.microsoft.com/office/drawing/2014/main" id="{D82A7653-224A-4F4E-8998-0B69F367EA70}"/>
              </a:ext>
            </a:extLst>
          </p:cNvPr>
          <p:cNvSpPr>
            <a:spLocks noGrp="1"/>
          </p:cNvSpPr>
          <p:nvPr/>
        </p:nvSpPr>
        <p:spPr>
          <a:xfrm>
            <a:off x="15316200" y="7915275"/>
            <a:ext cx="314325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12" name="full-385">
            <a:extLst>
              <a:ext uri="{FF2B5EF4-FFF2-40B4-BE49-F238E27FC236}">
                <a16:creationId xmlns:a16="http://schemas.microsoft.com/office/drawing/2014/main" id="{9500EBCD-DC1B-4FB1-864B-90BAB3D528E8}"/>
              </a:ext>
            </a:extLst>
          </p:cNvPr>
          <p:cNvSpPr>
            <a:spLocks noGrp="1"/>
          </p:cNvSpPr>
          <p:nvPr/>
        </p:nvSpPr>
        <p:spPr>
          <a:xfrm>
            <a:off x="15306675" y="8181975"/>
            <a:ext cx="352425" cy="0"/>
          </a:xfrm>
          <a:prstGeom prst="line">
            <a:avLst/>
          </a:prstGeom>
          <a:noFill/>
          <a:ln w="11430">
            <a:solidFill>
              <a:srgbClr val="182C49"/>
            </a:solidFill>
            <a:prstDash val="solid"/>
          </a:ln>
        </p:spPr>
      </p:sp>
      <p:sp>
        <p:nvSpPr>
          <p:cNvPr id="413" name="full-386">
            <a:extLst>
              <a:ext uri="{FF2B5EF4-FFF2-40B4-BE49-F238E27FC236}">
                <a16:creationId xmlns:a16="http://schemas.microsoft.com/office/drawing/2014/main" id="{AEF6A478-E7CE-4975-B60E-3F77214A9BA7}"/>
              </a:ext>
            </a:extLst>
          </p:cNvPr>
          <p:cNvSpPr>
            <a:spLocks noGrp="1"/>
          </p:cNvSpPr>
          <p:nvPr/>
        </p:nvSpPr>
        <p:spPr>
          <a:xfrm>
            <a:off x="15287625" y="8201025"/>
            <a:ext cx="3810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650"/>
            </a:defPPr>
            <a:lvl1pPr algn="ctr">
              <a:defRPr sz="1650"/>
            </a:lvl1pPr>
            <a:lvl2pPr algn="ctr">
              <a:defRPr sz="1650"/>
            </a:lvl2pPr>
            <a:lvl3pPr algn="ctr">
              <a:defRPr sz="1650"/>
            </a:lvl3pPr>
            <a:lvl4pPr algn="ctr">
              <a:defRPr sz="1650"/>
            </a:lvl4pPr>
            <a:lvl5pPr algn="ctr">
              <a:defRPr sz="1650"/>
            </a:lvl5pPr>
            <a:lvl6pPr algn="ctr">
              <a:defRPr sz="1650"/>
            </a:lvl6pPr>
            <a:lvl7pPr algn="ctr">
              <a:defRPr sz="1650"/>
            </a:lvl7pPr>
            <a:lvl8pPr algn="ctr">
              <a:defRPr sz="1650"/>
            </a:lvl8pPr>
            <a:lvl9pPr algn="ctr">
              <a:defRPr sz="1650"/>
            </a:lvl9pPr>
          </a:lstStyle>
          <a:p>
            <a:pPr algn="ctr">
              <a:defRPr sz="1650"/>
            </a:pPr>
            <a:r>
              <a:rPr sz="165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|V|</a:t>
            </a:r>
          </a:p>
        </p:txBody>
      </p:sp>
      <p:sp>
        <p:nvSpPr>
          <p:cNvPr id="414" name="full-387">
            <a:extLst>
              <a:ext uri="{FF2B5EF4-FFF2-40B4-BE49-F238E27FC236}">
                <a16:creationId xmlns:a16="http://schemas.microsoft.com/office/drawing/2014/main" id="{9A818A17-5ACC-44C2-BB78-97442FBEB757}"/>
              </a:ext>
            </a:extLst>
          </p:cNvPr>
          <p:cNvSpPr>
            <a:spLocks noGrp="1"/>
          </p:cNvSpPr>
          <p:nvPr/>
        </p:nvSpPr>
        <p:spPr>
          <a:xfrm>
            <a:off x="15697200" y="7943850"/>
            <a:ext cx="381000" cy="4476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3225"/>
            </a:defPPr>
            <a:lvl1pPr algn="ctr">
              <a:defRPr sz="3225"/>
            </a:lvl1pPr>
            <a:lvl2pPr algn="ctr">
              <a:defRPr sz="3225"/>
            </a:lvl2pPr>
            <a:lvl3pPr algn="ctr">
              <a:defRPr sz="3225"/>
            </a:lvl3pPr>
            <a:lvl4pPr algn="ctr">
              <a:defRPr sz="3225"/>
            </a:lvl4pPr>
            <a:lvl5pPr algn="ctr">
              <a:defRPr sz="3225"/>
            </a:lvl5pPr>
            <a:lvl6pPr algn="ctr">
              <a:defRPr sz="3225"/>
            </a:lvl6pPr>
            <a:lvl7pPr algn="ctr">
              <a:defRPr sz="3225"/>
            </a:lvl7pPr>
            <a:lvl8pPr algn="ctr">
              <a:defRPr sz="3225"/>
            </a:lvl8pPr>
            <a:lvl9pPr algn="ctr">
              <a:defRPr sz="3225"/>
            </a:lvl9pPr>
          </a:lstStyle>
          <a:p>
            <a:pPr algn="ctr">
              <a:defRPr sz="3225"/>
            </a:pPr>
            <a:r>
              <a:rPr sz="32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415" name="full-388">
            <a:extLst>
              <a:ext uri="{FF2B5EF4-FFF2-40B4-BE49-F238E27FC236}">
                <a16:creationId xmlns:a16="http://schemas.microsoft.com/office/drawing/2014/main" id="{FF938C13-1344-4FAE-B2D7-581FEC7F5167}"/>
              </a:ext>
            </a:extLst>
          </p:cNvPr>
          <p:cNvSpPr>
            <a:spLocks noGrp="1"/>
          </p:cNvSpPr>
          <p:nvPr/>
        </p:nvSpPr>
        <p:spPr>
          <a:xfrm>
            <a:off x="15678150" y="8401050"/>
            <a:ext cx="428625" cy="209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275"/>
            </a:defPPr>
            <a:lvl1pPr algn="ctr">
              <a:defRPr sz="1275"/>
            </a:lvl1pPr>
            <a:lvl2pPr algn="ctr">
              <a:defRPr sz="1275"/>
            </a:lvl2pPr>
            <a:lvl3pPr algn="ctr">
              <a:defRPr sz="1275"/>
            </a:lvl3pPr>
            <a:lvl4pPr algn="ctr">
              <a:defRPr sz="1275"/>
            </a:lvl4pPr>
            <a:lvl5pPr algn="ctr">
              <a:defRPr sz="1275"/>
            </a:lvl5pPr>
            <a:lvl6pPr algn="ctr">
              <a:defRPr sz="1275"/>
            </a:lvl6pPr>
            <a:lvl7pPr algn="ctr">
              <a:defRPr sz="1275"/>
            </a:lvl7pPr>
            <a:lvl8pPr algn="ctr">
              <a:defRPr sz="1275"/>
            </a:lvl8pPr>
            <a:lvl9pPr algn="ctr">
              <a:defRPr sz="1275"/>
            </a:lvl9pPr>
          </a:lstStyle>
          <a:p>
            <a:pPr algn="ctr">
              <a:defRPr sz="1275"/>
            </a:pPr>
            <a:r>
              <a:rPr sz="127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u∈V</a:t>
            </a:r>
          </a:p>
        </p:txBody>
      </p:sp>
      <p:sp>
        <p:nvSpPr>
          <p:cNvPr id="416" name="full-389">
            <a:extLst>
              <a:ext uri="{FF2B5EF4-FFF2-40B4-BE49-F238E27FC236}">
                <a16:creationId xmlns:a16="http://schemas.microsoft.com/office/drawing/2014/main" id="{84E65DF8-BD77-4F43-82E5-3B48DB303B09}"/>
              </a:ext>
            </a:extLst>
          </p:cNvPr>
          <p:cNvSpPr>
            <a:spLocks noGrp="1"/>
          </p:cNvSpPr>
          <p:nvPr/>
        </p:nvSpPr>
        <p:spPr>
          <a:xfrm>
            <a:off x="16106775" y="8048625"/>
            <a:ext cx="62865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H[u,:]</a:t>
            </a:r>
          </a:p>
        </p:txBody>
      </p:sp>
      <p:sp>
        <p:nvSpPr>
          <p:cNvPr id="417" name="full-390">
            <a:extLst>
              <a:ext uri="{FF2B5EF4-FFF2-40B4-BE49-F238E27FC236}">
                <a16:creationId xmlns:a16="http://schemas.microsoft.com/office/drawing/2014/main" id="{B8F3B0B1-7C5F-4D68-B3DF-E3AF6DFCED16}"/>
              </a:ext>
            </a:extLst>
          </p:cNvPr>
          <p:cNvSpPr>
            <a:spLocks noGrp="1"/>
          </p:cNvSpPr>
          <p:nvPr/>
        </p:nvSpPr>
        <p:spPr>
          <a:xfrm>
            <a:off x="14411325" y="8734425"/>
            <a:ext cx="314325" cy="247650"/>
          </a:xfrm>
          <a:prstGeom prst="rect">
            <a:avLst/>
          </a:prstGeom>
          <a:solidFill>
            <a:srgbClr val="DAD2F0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18" name="full-391">
            <a:extLst>
              <a:ext uri="{FF2B5EF4-FFF2-40B4-BE49-F238E27FC236}">
                <a16:creationId xmlns:a16="http://schemas.microsoft.com/office/drawing/2014/main" id="{5038274A-2729-499C-9643-EB26D1ED370F}"/>
              </a:ext>
            </a:extLst>
          </p:cNvPr>
          <p:cNvSpPr>
            <a:spLocks noGrp="1"/>
          </p:cNvSpPr>
          <p:nvPr/>
        </p:nvSpPr>
        <p:spPr>
          <a:xfrm>
            <a:off x="14725650" y="8734425"/>
            <a:ext cx="314325" cy="247650"/>
          </a:xfrm>
          <a:prstGeom prst="rect">
            <a:avLst/>
          </a:prstGeom>
          <a:solidFill>
            <a:srgbClr val="CFC6EA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19" name="full-392">
            <a:extLst>
              <a:ext uri="{FF2B5EF4-FFF2-40B4-BE49-F238E27FC236}">
                <a16:creationId xmlns:a16="http://schemas.microsoft.com/office/drawing/2014/main" id="{A407259B-C91C-4775-9CF7-CEE580928DC7}"/>
              </a:ext>
            </a:extLst>
          </p:cNvPr>
          <p:cNvSpPr>
            <a:spLocks noGrp="1"/>
          </p:cNvSpPr>
          <p:nvPr/>
        </p:nvSpPr>
        <p:spPr>
          <a:xfrm>
            <a:off x="15039975" y="8734425"/>
            <a:ext cx="314325" cy="247650"/>
          </a:xfrm>
          <a:prstGeom prst="rect">
            <a:avLst/>
          </a:prstGeom>
          <a:solidFill>
            <a:srgbClr val="C4B9E5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0" name="full-393">
            <a:extLst>
              <a:ext uri="{FF2B5EF4-FFF2-40B4-BE49-F238E27FC236}">
                <a16:creationId xmlns:a16="http://schemas.microsoft.com/office/drawing/2014/main" id="{FD427CCA-DE81-4A88-B195-D02C31BED60E}"/>
              </a:ext>
            </a:extLst>
          </p:cNvPr>
          <p:cNvSpPr>
            <a:spLocks noGrp="1"/>
          </p:cNvSpPr>
          <p:nvPr/>
        </p:nvSpPr>
        <p:spPr>
          <a:xfrm>
            <a:off x="15354300" y="8734425"/>
            <a:ext cx="314325" cy="247650"/>
          </a:xfrm>
          <a:prstGeom prst="rect">
            <a:avLst/>
          </a:prstGeom>
          <a:solidFill>
            <a:srgbClr val="B9ADDF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1" name="full-394">
            <a:extLst>
              <a:ext uri="{FF2B5EF4-FFF2-40B4-BE49-F238E27FC236}">
                <a16:creationId xmlns:a16="http://schemas.microsoft.com/office/drawing/2014/main" id="{97C90E0B-992F-4A24-825C-0708B648EFA0}"/>
              </a:ext>
            </a:extLst>
          </p:cNvPr>
          <p:cNvSpPr>
            <a:spLocks noGrp="1"/>
          </p:cNvSpPr>
          <p:nvPr/>
        </p:nvSpPr>
        <p:spPr>
          <a:xfrm>
            <a:off x="15354300" y="8696325"/>
            <a:ext cx="314325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800"/>
            </a:defPPr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  <a:lvl6pPr algn="ctr">
              <a:defRPr sz="1800"/>
            </a:lvl6pPr>
            <a:lvl7pPr algn="ctr">
              <a:defRPr sz="1800"/>
            </a:lvl7pPr>
            <a:lvl8pPr algn="ctr">
              <a:defRPr sz="1800"/>
            </a:lvl8pPr>
            <a:lvl9pPr algn="ctr">
              <a:defRPr sz="1800"/>
            </a:lvl9pPr>
          </a:lstStyle>
          <a:p>
            <a:pPr algn="ctr">
              <a:defRPr sz="1800"/>
            </a:pPr>
            <a:r>
              <a:rPr sz="1800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422" name="full-395">
            <a:extLst>
              <a:ext uri="{FF2B5EF4-FFF2-40B4-BE49-F238E27FC236}">
                <a16:creationId xmlns:a16="http://schemas.microsoft.com/office/drawing/2014/main" id="{C57673BA-BF96-4E16-AD79-AF84F3462A61}"/>
              </a:ext>
            </a:extLst>
          </p:cNvPr>
          <p:cNvSpPr>
            <a:spLocks noGrp="1"/>
          </p:cNvSpPr>
          <p:nvPr/>
        </p:nvSpPr>
        <p:spPr>
          <a:xfrm>
            <a:off x="15668625" y="8734425"/>
            <a:ext cx="314325" cy="247650"/>
          </a:xfrm>
          <a:prstGeom prst="rect">
            <a:avLst/>
          </a:prstGeom>
          <a:solidFill>
            <a:srgbClr val="ADA1DA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3" name="full-396">
            <a:extLst>
              <a:ext uri="{FF2B5EF4-FFF2-40B4-BE49-F238E27FC236}">
                <a16:creationId xmlns:a16="http://schemas.microsoft.com/office/drawing/2014/main" id="{ABCF66F0-58D5-49B3-901A-9633135542E6}"/>
              </a:ext>
            </a:extLst>
          </p:cNvPr>
          <p:cNvSpPr>
            <a:spLocks noGrp="1"/>
          </p:cNvSpPr>
          <p:nvPr/>
        </p:nvSpPr>
        <p:spPr>
          <a:xfrm>
            <a:off x="15982950" y="8734425"/>
            <a:ext cx="314325" cy="247650"/>
          </a:xfrm>
          <a:prstGeom prst="rect">
            <a:avLst/>
          </a:prstGeom>
          <a:solidFill>
            <a:srgbClr val="A295D4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4" name="full-397">
            <a:extLst>
              <a:ext uri="{FF2B5EF4-FFF2-40B4-BE49-F238E27FC236}">
                <a16:creationId xmlns:a16="http://schemas.microsoft.com/office/drawing/2014/main" id="{630AAE8C-60DC-4881-AC23-BBB940318576}"/>
              </a:ext>
            </a:extLst>
          </p:cNvPr>
          <p:cNvSpPr>
            <a:spLocks noGrp="1"/>
          </p:cNvSpPr>
          <p:nvPr/>
        </p:nvSpPr>
        <p:spPr>
          <a:xfrm>
            <a:off x="16297275" y="8734425"/>
            <a:ext cx="314325" cy="247650"/>
          </a:xfrm>
          <a:prstGeom prst="rect">
            <a:avLst/>
          </a:prstGeom>
          <a:solidFill>
            <a:srgbClr val="9788CF"/>
          </a:solidFill>
          <a:ln w="4763">
            <a:solidFill>
              <a:srgbClr val="B8A9DA"/>
            </a:solidFill>
            <a:prstDash val="solid"/>
          </a:ln>
        </p:spPr>
      </p:sp>
      <p:sp>
        <p:nvSpPr>
          <p:cNvPr id="425" name="full-398">
            <a:extLst>
              <a:ext uri="{FF2B5EF4-FFF2-40B4-BE49-F238E27FC236}">
                <a16:creationId xmlns:a16="http://schemas.microsoft.com/office/drawing/2014/main" id="{B2CE84AF-AD6F-425E-9841-BC16190CEE97}"/>
              </a:ext>
            </a:extLst>
          </p:cNvPr>
          <p:cNvSpPr>
            <a:spLocks noGrp="1"/>
          </p:cNvSpPr>
          <p:nvPr/>
        </p:nvSpPr>
        <p:spPr>
          <a:xfrm>
            <a:off x="14363700" y="9048750"/>
            <a:ext cx="23431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lIns="0" tIns="0" rIns="0" bIns="0" anchor="ctr"/>
          <a:lstStyle>
            <a:defPPr algn="ctr">
              <a:defRPr sz="1725"/>
            </a:defPPr>
            <a:lvl1pPr algn="ctr">
              <a:defRPr sz="1725"/>
            </a:lvl1pPr>
            <a:lvl2pPr algn="ctr">
              <a:defRPr sz="1725"/>
            </a:lvl2pPr>
            <a:lvl3pPr algn="ctr">
              <a:defRPr sz="1725"/>
            </a:lvl3pPr>
            <a:lvl4pPr algn="ctr">
              <a:defRPr sz="1725"/>
            </a:lvl4pPr>
            <a:lvl5pPr algn="ctr">
              <a:defRPr sz="1725"/>
            </a:lvl5pPr>
            <a:lvl6pPr algn="ctr">
              <a:defRPr sz="1725"/>
            </a:lvl6pPr>
            <a:lvl7pPr algn="ctr">
              <a:defRPr sz="1725"/>
            </a:lvl7pPr>
            <a:lvl8pPr algn="ctr">
              <a:defRPr sz="1725"/>
            </a:lvl8pPr>
            <a:lvl9pPr algn="ctr">
              <a:defRPr sz="1725"/>
            </a:lvl9pPr>
          </a:lstStyle>
          <a:p>
            <a:pPr algn="ctr">
              <a:defRPr sz="1725"/>
            </a:pP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294" b="0" baseline="-2500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g</a:t>
            </a:r>
            <a:r>
              <a:rPr sz="1725" b="0">
                <a:solidFill>
                  <a:srgbClr val="182C49"/>
                </a:solidFill>
                <a:latin typeface="Times New Roman"/>
                <a:ea typeface="Times New Roman"/>
                <a:cs typeface="Times New Roman"/>
              </a:rPr>
              <a:t>(x) ∈ ℝ¹²⁸</a:t>
            </a:r>
          </a:p>
        </p:txBody>
      </p:sp>
      <p:sp>
        <p:nvSpPr>
          <p:cNvPr id="426" name="full-399">
            <a:extLst>
              <a:ext uri="{FF2B5EF4-FFF2-40B4-BE49-F238E27FC236}">
                <a16:creationId xmlns:a16="http://schemas.microsoft.com/office/drawing/2014/main" id="{6406E1AC-BE52-4F96-A944-129934CBBF44}"/>
              </a:ext>
            </a:extLst>
          </p:cNvPr>
          <p:cNvSpPr>
            <a:spLocks noGrp="1"/>
          </p:cNvSpPr>
          <p:nvPr/>
        </p:nvSpPr>
        <p:spPr>
          <a:xfrm>
            <a:off x="6040255" y="4319587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id="{610F5EF7-CE36-1735-9355-7F9C5FECAF55}"/>
              </a:ext>
            </a:extLst>
          </p:cNvPr>
          <p:cNvSpPr/>
          <p:nvPr/>
        </p:nvSpPr>
        <p:spPr>
          <a:xfrm>
            <a:off x="342025" y="51582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>
            <a:extLst>
              <a:ext uri="{FF2B5EF4-FFF2-40B4-BE49-F238E27FC236}">
                <a16:creationId xmlns:a16="http://schemas.microsoft.com/office/drawing/2014/main" id="{131EDC4C-0049-E0C0-C3C6-97CDFB4C267E}"/>
              </a:ext>
            </a:extLst>
          </p:cNvPr>
          <p:cNvSpPr/>
          <p:nvPr/>
        </p:nvSpPr>
        <p:spPr>
          <a:xfrm>
            <a:off x="515133" y="5160995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>
            <a:extLst>
              <a:ext uri="{FF2B5EF4-FFF2-40B4-BE49-F238E27FC236}">
                <a16:creationId xmlns:a16="http://schemas.microsoft.com/office/drawing/2014/main" id="{CF7AA7F9-B89D-C6D6-8317-4DD6C2F06316}"/>
              </a:ext>
            </a:extLst>
          </p:cNvPr>
          <p:cNvSpPr/>
          <p:nvPr/>
        </p:nvSpPr>
        <p:spPr>
          <a:xfrm>
            <a:off x="690438" y="5158082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2D9C4D31-C0AE-DAB9-D85C-BF8E3C349128}"/>
              </a:ext>
            </a:extLst>
          </p:cNvPr>
          <p:cNvSpPr/>
          <p:nvPr/>
        </p:nvSpPr>
        <p:spPr>
          <a:xfrm>
            <a:off x="1107810" y="5158468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8DF198BB-E85C-58A4-12F9-089E250C1351}"/>
              </a:ext>
            </a:extLst>
          </p:cNvPr>
          <p:cNvSpPr/>
          <p:nvPr/>
        </p:nvSpPr>
        <p:spPr>
          <a:xfrm>
            <a:off x="1280918" y="5161188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1EBC895C-B740-9826-9489-F2573489CC06}"/>
              </a:ext>
            </a:extLst>
          </p:cNvPr>
          <p:cNvSpPr/>
          <p:nvPr/>
        </p:nvSpPr>
        <p:spPr>
          <a:xfrm>
            <a:off x="1459306" y="5158275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full-399">
            <a:extLst>
              <a:ext uri="{FF2B5EF4-FFF2-40B4-BE49-F238E27FC236}">
                <a16:creationId xmlns:a16="http://schemas.microsoft.com/office/drawing/2014/main" id="{3DA12BD1-746C-011D-DAA4-F55A577399DC}"/>
              </a:ext>
            </a:extLst>
          </p:cNvPr>
          <p:cNvSpPr>
            <a:spLocks noGrp="1"/>
          </p:cNvSpPr>
          <p:nvPr/>
        </p:nvSpPr>
        <p:spPr>
          <a:xfrm>
            <a:off x="11106150" y="4319587"/>
            <a:ext cx="477453" cy="752475"/>
          </a:xfrm>
          <a:prstGeom prst="rightArrow">
            <a:avLst/>
          </a:prstGeom>
          <a:solidFill>
            <a:srgbClr val="95B8CD"/>
          </a:solidFill>
          <a:ln w="9525">
            <a:noFill/>
            <a:prstDash val="solid"/>
          </a:ln>
        </p:spPr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90BDCBCD-6EB5-8BF7-2C52-54C15A70747E}"/>
              </a:ext>
            </a:extLst>
          </p:cNvPr>
          <p:cNvSpPr/>
          <p:nvPr/>
        </p:nvSpPr>
        <p:spPr>
          <a:xfrm>
            <a:off x="1853100" y="5158375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76F9BBC3-1515-4043-7156-6ED4A590F15E}"/>
              </a:ext>
            </a:extLst>
          </p:cNvPr>
          <p:cNvSpPr/>
          <p:nvPr/>
        </p:nvSpPr>
        <p:spPr>
          <a:xfrm>
            <a:off x="2017639" y="5160349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2DBC4D27-C8D0-7CBC-9A56-83D6A3CA1670}"/>
              </a:ext>
            </a:extLst>
          </p:cNvPr>
          <p:cNvSpPr/>
          <p:nvPr/>
        </p:nvSpPr>
        <p:spPr>
          <a:xfrm>
            <a:off x="2199294" y="5157436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full-56">
            <a:extLst>
              <a:ext uri="{FF2B5EF4-FFF2-40B4-BE49-F238E27FC236}">
                <a16:creationId xmlns:a16="http://schemas.microsoft.com/office/drawing/2014/main" id="{564445BC-5E5A-9394-C3C8-D5610D849037}"/>
              </a:ext>
            </a:extLst>
          </p:cNvPr>
          <p:cNvSpPr>
            <a:spLocks noGrp="1"/>
          </p:cNvSpPr>
          <p:nvPr/>
        </p:nvSpPr>
        <p:spPr>
          <a:xfrm>
            <a:off x="3288607" y="5248275"/>
            <a:ext cx="190500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3" name="full-57">
            <a:extLst>
              <a:ext uri="{FF2B5EF4-FFF2-40B4-BE49-F238E27FC236}">
                <a16:creationId xmlns:a16="http://schemas.microsoft.com/office/drawing/2014/main" id="{3E2DB64D-2B43-9710-2EE2-A72F0F060061}"/>
              </a:ext>
            </a:extLst>
          </p:cNvPr>
          <p:cNvSpPr>
            <a:spLocks noGrp="1"/>
          </p:cNvSpPr>
          <p:nvPr/>
        </p:nvSpPr>
        <p:spPr>
          <a:xfrm rot="5400000">
            <a:off x="3431082" y="5191125"/>
            <a:ext cx="114300" cy="114300"/>
          </a:xfrm>
          <a:prstGeom prst="triangle">
            <a:avLst/>
          </a:prstGeom>
          <a:solidFill>
            <a:srgbClr val="29486E"/>
          </a:solidFill>
          <a:ln w="9525">
            <a:noFill/>
            <a:prstDash val="solid"/>
          </a:ln>
        </p:spPr>
      </p:sp>
      <p:sp>
        <p:nvSpPr>
          <p:cNvPr id="455" name="full-59">
            <a:extLst>
              <a:ext uri="{FF2B5EF4-FFF2-40B4-BE49-F238E27FC236}">
                <a16:creationId xmlns:a16="http://schemas.microsoft.com/office/drawing/2014/main" id="{07700343-FB2B-E318-0F50-7D26FB300F02}"/>
              </a:ext>
            </a:extLst>
          </p:cNvPr>
          <p:cNvSpPr>
            <a:spLocks noGrp="1"/>
          </p:cNvSpPr>
          <p:nvPr/>
        </p:nvSpPr>
        <p:spPr>
          <a:xfrm>
            <a:off x="4031856" y="5248275"/>
            <a:ext cx="238125" cy="0"/>
          </a:xfrm>
          <a:prstGeom prst="line">
            <a:avLst/>
          </a:prstGeom>
          <a:noFill/>
          <a:ln w="19050">
            <a:solidFill>
              <a:srgbClr val="29486E"/>
            </a:solidFill>
            <a:prstDash val="solid"/>
          </a:ln>
        </p:spPr>
      </p:sp>
      <p:sp>
        <p:nvSpPr>
          <p:cNvPr id="459" name="矩形 458">
            <a:extLst>
              <a:ext uri="{FF2B5EF4-FFF2-40B4-BE49-F238E27FC236}">
                <a16:creationId xmlns:a16="http://schemas.microsoft.com/office/drawing/2014/main" id="{D3ACE272-8192-D653-90B2-1E5E142D2019}"/>
              </a:ext>
            </a:extLst>
          </p:cNvPr>
          <p:cNvSpPr/>
          <p:nvPr/>
        </p:nvSpPr>
        <p:spPr>
          <a:xfrm>
            <a:off x="2745007" y="515827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1" name="矩形 460">
            <a:extLst>
              <a:ext uri="{FF2B5EF4-FFF2-40B4-BE49-F238E27FC236}">
                <a16:creationId xmlns:a16="http://schemas.microsoft.com/office/drawing/2014/main" id="{B39E3A8F-D8ED-A0B0-AB60-2B04BCEE31AB}"/>
              </a:ext>
            </a:extLst>
          </p:cNvPr>
          <p:cNvSpPr/>
          <p:nvPr/>
        </p:nvSpPr>
        <p:spPr>
          <a:xfrm>
            <a:off x="2918115" y="5160995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矩形 462">
            <a:extLst>
              <a:ext uri="{FF2B5EF4-FFF2-40B4-BE49-F238E27FC236}">
                <a16:creationId xmlns:a16="http://schemas.microsoft.com/office/drawing/2014/main" id="{B9F1F057-270A-3071-258D-CA3AF401BB68}"/>
              </a:ext>
            </a:extLst>
          </p:cNvPr>
          <p:cNvSpPr/>
          <p:nvPr/>
        </p:nvSpPr>
        <p:spPr>
          <a:xfrm>
            <a:off x="3099770" y="5158082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F362A4D1-2ED0-EC32-974F-3DAEBB931731}"/>
              </a:ext>
            </a:extLst>
          </p:cNvPr>
          <p:cNvSpPr/>
          <p:nvPr/>
        </p:nvSpPr>
        <p:spPr>
          <a:xfrm>
            <a:off x="3539667" y="515846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FD894C0B-B5B8-D23C-7F53-8FDA1CAC00E7}"/>
              </a:ext>
            </a:extLst>
          </p:cNvPr>
          <p:cNvSpPr/>
          <p:nvPr/>
        </p:nvSpPr>
        <p:spPr>
          <a:xfrm>
            <a:off x="3712775" y="5161188"/>
            <a:ext cx="180000" cy="180000"/>
          </a:xfrm>
          <a:prstGeom prst="rect">
            <a:avLst/>
          </a:prstGeom>
          <a:solidFill>
            <a:srgbClr val="EAA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BAC98741-B1CC-1704-91A1-448DC559682B}"/>
              </a:ext>
            </a:extLst>
          </p:cNvPr>
          <p:cNvSpPr/>
          <p:nvPr/>
        </p:nvSpPr>
        <p:spPr>
          <a:xfrm>
            <a:off x="3891163" y="5158275"/>
            <a:ext cx="180000" cy="18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>
            <a:extLst>
              <a:ext uri="{FF2B5EF4-FFF2-40B4-BE49-F238E27FC236}">
                <a16:creationId xmlns:a16="http://schemas.microsoft.com/office/drawing/2014/main" id="{5C5FFC1D-26DD-47DE-FE77-64C32245464B}"/>
              </a:ext>
            </a:extLst>
          </p:cNvPr>
          <p:cNvSpPr/>
          <p:nvPr/>
        </p:nvSpPr>
        <p:spPr>
          <a:xfrm>
            <a:off x="4380499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矩形 453">
            <a:extLst>
              <a:ext uri="{FF2B5EF4-FFF2-40B4-BE49-F238E27FC236}">
                <a16:creationId xmlns:a16="http://schemas.microsoft.com/office/drawing/2014/main" id="{91A745E5-765C-4AC2-7AEE-01D88AE4F278}"/>
              </a:ext>
            </a:extLst>
          </p:cNvPr>
          <p:cNvSpPr/>
          <p:nvPr/>
        </p:nvSpPr>
        <p:spPr>
          <a:xfrm>
            <a:off x="4563232" y="5152382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761FB27E-3665-3709-10B7-A43772FD29D7}"/>
              </a:ext>
            </a:extLst>
          </p:cNvPr>
          <p:cNvSpPr/>
          <p:nvPr/>
        </p:nvSpPr>
        <p:spPr>
          <a:xfrm>
            <a:off x="4744887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0B610D68-9B92-91F3-CA7D-B19DB2E0B0AE}"/>
              </a:ext>
            </a:extLst>
          </p:cNvPr>
          <p:cNvSpPr/>
          <p:nvPr/>
        </p:nvSpPr>
        <p:spPr>
          <a:xfrm>
            <a:off x="5200687" y="5157011"/>
            <a:ext cx="180000" cy="180000"/>
          </a:xfrm>
          <a:prstGeom prst="rect">
            <a:avLst/>
          </a:prstGeom>
          <a:solidFill>
            <a:srgbClr val="99BF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>
            <a:extLst>
              <a:ext uri="{FF2B5EF4-FFF2-40B4-BE49-F238E27FC236}">
                <a16:creationId xmlns:a16="http://schemas.microsoft.com/office/drawing/2014/main" id="{E26D334A-7FB0-858D-B144-1053C5AD42C3}"/>
              </a:ext>
            </a:extLst>
          </p:cNvPr>
          <p:cNvSpPr/>
          <p:nvPr/>
        </p:nvSpPr>
        <p:spPr>
          <a:xfrm>
            <a:off x="5373795" y="5153381"/>
            <a:ext cx="180000" cy="180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6D09A23-A0BD-8D01-7754-F0823C7E7030}"/>
              </a:ext>
            </a:extLst>
          </p:cNvPr>
          <p:cNvSpPr/>
          <p:nvPr/>
        </p:nvSpPr>
        <p:spPr>
          <a:xfrm>
            <a:off x="5555450" y="5156818"/>
            <a:ext cx="180000" cy="180000"/>
          </a:xfrm>
          <a:prstGeom prst="rect">
            <a:avLst/>
          </a:prstGeom>
          <a:solidFill>
            <a:srgbClr val="C9E4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5458D44-F4EF-6CCA-4CC5-D050C471967D}"/>
              </a:ext>
            </a:extLst>
          </p:cNvPr>
          <p:cNvSpPr/>
          <p:nvPr/>
        </p:nvSpPr>
        <p:spPr>
          <a:xfrm>
            <a:off x="1223561" y="8102050"/>
            <a:ext cx="277027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918EDDB0-A007-6A56-AE46-E07F5337E080}"/>
              </a:ext>
            </a:extLst>
          </p:cNvPr>
          <p:cNvSpPr/>
          <p:nvPr/>
        </p:nvSpPr>
        <p:spPr>
          <a:xfrm>
            <a:off x="1223560" y="8264610"/>
            <a:ext cx="468000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85A6AA4A-2CA5-8EBD-F134-057FF1B58D43}"/>
              </a:ext>
            </a:extLst>
          </p:cNvPr>
          <p:cNvSpPr/>
          <p:nvPr/>
        </p:nvSpPr>
        <p:spPr>
          <a:xfrm>
            <a:off x="1227922" y="8422090"/>
            <a:ext cx="360000" cy="9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full-103">
            <a:extLst>
              <a:ext uri="{FF2B5EF4-FFF2-40B4-BE49-F238E27FC236}">
                <a16:creationId xmlns:a16="http://schemas.microsoft.com/office/drawing/2014/main" id="{80FE643D-E6F6-5D12-43C9-978FF4966B98}"/>
              </a:ext>
            </a:extLst>
          </p:cNvPr>
          <p:cNvSpPr>
            <a:spLocks noGrp="1"/>
          </p:cNvSpPr>
          <p:nvPr/>
        </p:nvSpPr>
        <p:spPr>
          <a:xfrm>
            <a:off x="1972477" y="8229600"/>
            <a:ext cx="123825" cy="123825"/>
          </a:xfrm>
          <a:prstGeom prst="ellipse">
            <a:avLst/>
          </a:prstGeom>
          <a:solidFill>
            <a:srgbClr val="5A9DDE"/>
          </a:solidFill>
          <a:ln w="7620">
            <a:solidFill>
              <a:srgbClr val="277CC6"/>
            </a:solidFill>
            <a:prstDash val="solid"/>
          </a:ln>
        </p:spPr>
      </p:sp>
      <p:sp>
        <p:nvSpPr>
          <p:cNvPr id="473" name="full-103">
            <a:extLst>
              <a:ext uri="{FF2B5EF4-FFF2-40B4-BE49-F238E27FC236}">
                <a16:creationId xmlns:a16="http://schemas.microsoft.com/office/drawing/2014/main" id="{CD7A2670-A1DD-8ED3-4FA9-A0202A1A8BCA}"/>
              </a:ext>
            </a:extLst>
          </p:cNvPr>
          <p:cNvSpPr>
            <a:spLocks noGrp="1"/>
          </p:cNvSpPr>
          <p:nvPr/>
        </p:nvSpPr>
        <p:spPr>
          <a:xfrm>
            <a:off x="2362200" y="8224520"/>
            <a:ext cx="123825" cy="123825"/>
          </a:xfrm>
          <a:prstGeom prst="ellipse">
            <a:avLst/>
          </a:prstGeom>
          <a:solidFill>
            <a:srgbClr val="5A9DDE"/>
          </a:solidFill>
          <a:ln w="7620">
            <a:solidFill>
              <a:srgbClr val="277CC6"/>
            </a:solidFill>
            <a:prstDash val="solid"/>
          </a:ln>
        </p:spPr>
      </p:sp>
      <p:cxnSp>
        <p:nvCxnSpPr>
          <p:cNvPr id="475" name="直接连接符 474">
            <a:extLst>
              <a:ext uri="{FF2B5EF4-FFF2-40B4-BE49-F238E27FC236}">
                <a16:creationId xmlns:a16="http://schemas.microsoft.com/office/drawing/2014/main" id="{B79FFAFC-E0D2-C5FF-9DCB-5DFECD9E1823}"/>
              </a:ext>
            </a:extLst>
          </p:cNvPr>
          <p:cNvCxnSpPr>
            <a:stCxn id="471" idx="6"/>
            <a:endCxn id="473" idx="2"/>
          </p:cNvCxnSpPr>
          <p:nvPr/>
        </p:nvCxnSpPr>
        <p:spPr>
          <a:xfrm flipV="1">
            <a:off x="2096302" y="8286433"/>
            <a:ext cx="265898" cy="50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直接连接符 476">
            <a:extLst>
              <a:ext uri="{FF2B5EF4-FFF2-40B4-BE49-F238E27FC236}">
                <a16:creationId xmlns:a16="http://schemas.microsoft.com/office/drawing/2014/main" id="{56A0F358-770C-4812-B7EA-9E985BD7E37C}"/>
              </a:ext>
            </a:extLst>
          </p:cNvPr>
          <p:cNvCxnSpPr/>
          <p:nvPr/>
        </p:nvCxnSpPr>
        <p:spPr>
          <a:xfrm>
            <a:off x="2038517" y="8422640"/>
            <a:ext cx="0" cy="137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直接连接符 477">
            <a:extLst>
              <a:ext uri="{FF2B5EF4-FFF2-40B4-BE49-F238E27FC236}">
                <a16:creationId xmlns:a16="http://schemas.microsoft.com/office/drawing/2014/main" id="{0370C225-B7DA-4912-06C5-F1BE9328F4B9}"/>
              </a:ext>
            </a:extLst>
          </p:cNvPr>
          <p:cNvCxnSpPr/>
          <p:nvPr/>
        </p:nvCxnSpPr>
        <p:spPr>
          <a:xfrm>
            <a:off x="2435860" y="8417560"/>
            <a:ext cx="0" cy="137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直接箭头连接符 479">
            <a:extLst>
              <a:ext uri="{FF2B5EF4-FFF2-40B4-BE49-F238E27FC236}">
                <a16:creationId xmlns:a16="http://schemas.microsoft.com/office/drawing/2014/main" id="{9F19581F-C8E8-60B7-3B91-E26119677305}"/>
              </a:ext>
            </a:extLst>
          </p:cNvPr>
          <p:cNvCxnSpPr>
            <a:cxnSpLocks/>
          </p:cNvCxnSpPr>
          <p:nvPr/>
        </p:nvCxnSpPr>
        <p:spPr>
          <a:xfrm>
            <a:off x="2037080" y="8488680"/>
            <a:ext cx="391795" cy="0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直接连接符 483">
            <a:extLst>
              <a:ext uri="{FF2B5EF4-FFF2-40B4-BE49-F238E27FC236}">
                <a16:creationId xmlns:a16="http://schemas.microsoft.com/office/drawing/2014/main" id="{9E3848D7-F7B7-A61C-377C-0630FCCA9FEE}"/>
              </a:ext>
            </a:extLst>
          </p:cNvPr>
          <p:cNvCxnSpPr/>
          <p:nvPr/>
        </p:nvCxnSpPr>
        <p:spPr>
          <a:xfrm>
            <a:off x="5154125" y="8437880"/>
            <a:ext cx="418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5" name="矩形 484">
            <a:extLst>
              <a:ext uri="{FF2B5EF4-FFF2-40B4-BE49-F238E27FC236}">
                <a16:creationId xmlns:a16="http://schemas.microsoft.com/office/drawing/2014/main" id="{80642EB7-69C1-F18C-B808-3DFEA9852AF8}"/>
              </a:ext>
            </a:extLst>
          </p:cNvPr>
          <p:cNvSpPr/>
          <p:nvPr/>
        </p:nvSpPr>
        <p:spPr>
          <a:xfrm>
            <a:off x="5226515" y="8106410"/>
            <a:ext cx="114300" cy="3251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D9F0FDE1-C79F-7C65-BEFE-020EFC8A0221}"/>
              </a:ext>
            </a:extLst>
          </p:cNvPr>
          <p:cNvSpPr/>
          <p:nvPr/>
        </p:nvSpPr>
        <p:spPr>
          <a:xfrm>
            <a:off x="5389074" y="7953375"/>
            <a:ext cx="115200" cy="48323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8" name="直接连接符 487">
            <a:extLst>
              <a:ext uri="{FF2B5EF4-FFF2-40B4-BE49-F238E27FC236}">
                <a16:creationId xmlns:a16="http://schemas.microsoft.com/office/drawing/2014/main" id="{59B104BA-ACFE-E1EF-D539-4EEFBA77B214}"/>
              </a:ext>
            </a:extLst>
          </p:cNvPr>
          <p:cNvCxnSpPr/>
          <p:nvPr/>
        </p:nvCxnSpPr>
        <p:spPr>
          <a:xfrm>
            <a:off x="4385811" y="8437880"/>
            <a:ext cx="418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矩形 488">
            <a:extLst>
              <a:ext uri="{FF2B5EF4-FFF2-40B4-BE49-F238E27FC236}">
                <a16:creationId xmlns:a16="http://schemas.microsoft.com/office/drawing/2014/main" id="{2A35D219-F324-66A8-1E9C-5F1175D1A569}"/>
              </a:ext>
            </a:extLst>
          </p:cNvPr>
          <p:cNvSpPr/>
          <p:nvPr/>
        </p:nvSpPr>
        <p:spPr>
          <a:xfrm>
            <a:off x="4458201" y="7998460"/>
            <a:ext cx="1143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2F3E96E5-0B52-77BC-7666-5E2FC42CAF68}"/>
              </a:ext>
            </a:extLst>
          </p:cNvPr>
          <p:cNvSpPr/>
          <p:nvPr/>
        </p:nvSpPr>
        <p:spPr>
          <a:xfrm>
            <a:off x="4620760" y="8220075"/>
            <a:ext cx="115200" cy="21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 491">
            <a:extLst>
              <a:ext uri="{FF2B5EF4-FFF2-40B4-BE49-F238E27FC236}">
                <a16:creationId xmlns:a16="http://schemas.microsoft.com/office/drawing/2014/main" id="{7916469C-C660-0D51-F51B-D345EF5F7C33}"/>
              </a:ext>
            </a:extLst>
          </p:cNvPr>
          <p:cNvSpPr/>
          <p:nvPr/>
        </p:nvSpPr>
        <p:spPr>
          <a:xfrm>
            <a:off x="3147150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矩形 493">
            <a:extLst>
              <a:ext uri="{FF2B5EF4-FFF2-40B4-BE49-F238E27FC236}">
                <a16:creationId xmlns:a16="http://schemas.microsoft.com/office/drawing/2014/main" id="{207D8315-0DE9-A723-6792-116B0602D204}"/>
              </a:ext>
            </a:extLst>
          </p:cNvPr>
          <p:cNvSpPr/>
          <p:nvPr/>
        </p:nvSpPr>
        <p:spPr>
          <a:xfrm>
            <a:off x="2742900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21AF6288-0199-3FB7-FD1B-0E9F149B6DD1}"/>
              </a:ext>
            </a:extLst>
          </p:cNvPr>
          <p:cNvSpPr/>
          <p:nvPr/>
        </p:nvSpPr>
        <p:spPr>
          <a:xfrm>
            <a:off x="2949275" y="8221049"/>
            <a:ext cx="144000" cy="144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9816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503</Words>
  <Application>Microsoft Office PowerPoint</Application>
  <DocSecurity>0</DocSecurity>
  <PresentationFormat>自定义</PresentationFormat>
  <Paragraphs>110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SimSun</vt:lpstr>
      <vt:lpstr>Aptos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yihang kuang</cp:lastModifiedBy>
  <cp:revision>6</cp:revision>
  <dcterms:created xsi:type="dcterms:W3CDTF">2026-10-20T03:52:52Z</dcterms:created>
  <dcterms:modified xsi:type="dcterms:W3CDTF">2026-10-22T01:30:50Z</dcterms:modified>
</cp:coreProperties>
</file>