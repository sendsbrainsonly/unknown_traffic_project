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64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50" d="100"/>
          <a:sy n="150" d="100"/>
        </p:scale>
        <p:origin x="-2088" y="-7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F4C587-98B3-4AF2-A71F-EA8CD5E4A6D2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60714A-8EB4-45FB-8555-D13F9AEF85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42661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C:/Users/sends brains only/Desktop/22_SCI方法修订版.docx; D:/unknown traffic/unknown_traffic_project/stage31_four_dataset_three_view_equal/train_equal_fusion.py; stage36_vnat_sixclass_open_set_pilot/run_pilot.py; stage38_three_view_des_open_set_transfer. This diagram describes the current three-view empirical-support method, not the original GMM multi-prototype proposal. Gaussian adapters use posterior means at inference. Local neighbors are selected within the nearest-centroid class. Solid arrows carry inference values; dashed arrows indicate class-label or calibration inputs. All objects remain editable.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A12D77-08BC-569E-9A85-44A62765D4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D4E0D40-490A-69AF-5DC0-A06D15973A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9C0817A-FE23-0902-E60D-48A3EFC42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AFDEC-02E8-4495-8821-72F71952D45B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02EFAB3-0DBA-3779-75FA-F048234C2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B78E634-EB0C-5C61-2C44-50182D92E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883DD-2F9B-4C61-9070-6A3A51EEA9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65087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A6AA42-E5FB-7DA7-76FA-0BAAA7442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04A3A9-FDFC-C9B0-F4FA-E7019D0A04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0E523F5-5450-4C5A-627F-7100AFE94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AFDEC-02E8-4495-8821-72F71952D45B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4690AAE-40C4-9DFC-E5C3-14F2C5040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2B08F2A-2BBF-9AC6-FA73-FEC8811AE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883DD-2F9B-4C61-9070-6A3A51EEA9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83710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D47A1B-841C-F425-4F6D-14F63ABD20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FACD2D4-6C0D-2096-E14C-C771D0B66C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B1DF67D-E530-B0BC-701D-9D31CC1E65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AFDEC-02E8-4495-8821-72F71952D45B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ABA8D6D-E6E5-4661-2008-64B68C958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CD1B953-FA5B-B44D-1B11-4CC2F51D7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883DD-2F9B-4C61-9070-6A3A51EEA9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3852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F96AE6-FC14-DAED-EBFD-D7C9BCAD1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8C7246A-5163-D712-A83E-2790456054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BB98A89-5943-F8AA-B78C-446FF27841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CC4CC40-FDB3-25CD-24FB-2BA76BC27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AFDEC-02E8-4495-8821-72F71952D45B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00FD8FD-3585-BDEB-6886-BFDACE4F51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AEBF73D-3D80-8FB0-A6BC-0F64402FA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883DD-2F9B-4C61-9070-6A3A51EEA9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1160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7840A0-C44D-2965-6C41-50D5397E61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B2096FA-E93F-C27E-FFD0-4F3970FBA4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AA5AF94-DA7B-641B-F15A-4480365EF1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3BA319C-0371-03F2-D380-56265504A7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E9F4412-5366-ECC0-BA91-904C50E339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4C5B819-532C-1EFA-543B-6C3FE1904E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AFDEC-02E8-4495-8821-72F71952D45B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C59B4D3-8B82-6D57-4144-AD6133DFD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700BB79-87D2-8077-CA90-E28B57C943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883DD-2F9B-4C61-9070-6A3A51EEA9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7197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C3646E-BA6F-F501-0848-F0A7006672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3252568-BDE8-8417-4428-89D3D4545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AFDEC-02E8-4495-8821-72F71952D45B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85E97AB-3663-6359-B915-DC974D843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6805D3C-4141-664E-C649-347A10314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883DD-2F9B-4C61-9070-6A3A51EEA9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6646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229A811-1840-3EBA-B806-684A6C5696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AFDEC-02E8-4495-8821-72F71952D45B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6B1821B-7EB3-8A4D-0A4E-0D6310972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C97E2DF-269D-9310-9797-2824182BC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883DD-2F9B-4C61-9070-6A3A51EEA9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94752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2C0793-BB0B-29B0-71ED-1933EDB6FF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62B3D7B-9C25-580F-8993-33B1E0F3C7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3DEFD96-80D6-07F5-A84A-41D30C6022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026C36B-6605-EC95-21E2-31686EFBA5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AFDEC-02E8-4495-8821-72F71952D45B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20166F4-8EBA-44CF-8ABC-4FE5E01BE8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1609126-C36C-5A55-7CE6-EE2F735F3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883DD-2F9B-4C61-9070-6A3A51EEA9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12082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D8F274-0F19-97A0-6DFB-621E790E7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AF4B42E-6B49-1C64-4DD4-FAA93AD24927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ABB2438-3F2F-1AD2-8B45-88164E3035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6424676-B4EF-F534-F19A-6263D82A51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AFDEC-02E8-4495-8821-72F71952D45B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7689D18-38C8-7C36-F76D-00BD272D64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4E8D7B9-226E-0F1E-BFF3-336C7D7C2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883DD-2F9B-4C61-9070-6A3A51EEA9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98812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54E212-5A50-12CB-8470-5FF932AEA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1A8D25C-7C46-F838-FAEF-F414FBF4DE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9DD8690-1728-C635-DFEE-7557E6DE1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AFDEC-02E8-4495-8821-72F71952D45B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7870CA3-B699-495E-4312-C23382F4D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5D04282-18A6-D96B-624F-D72989318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883DD-2F9B-4C61-9070-6A3A51EEA9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52238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0BEC700-CD10-2FF2-5717-6B1868AB27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0AEEA5F-349F-5CA0-579B-AEB0A462DA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F9C70A4-6C88-F545-0EDB-D91DD6F36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AFDEC-02E8-4495-8821-72F71952D45B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A341954-BB72-1F92-2AF6-9958F2E09A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38402B7-B514-3450-651F-DDC362C36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883DD-2F9B-4C61-9070-6A3A51EEA9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31654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364B895-61AB-165B-6CAE-9B6DDAC20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67BBA36-72B9-092F-062C-72A2F45319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281C823-07F9-DBC5-A094-A484D09F3F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9AFDEC-02E8-4495-8821-72F71952D45B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E7952C1-4104-176E-6D97-EF5CB91CD9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C40D02D-FE9C-BF92-24E0-7530CF85DD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D883DD-2F9B-4C61-9070-6A3A51EEA9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71011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2">
            <a:extLst>
              <a:ext uri="{FF2B5EF4-FFF2-40B4-BE49-F238E27FC236}">
                <a16:creationId xmlns:a16="http://schemas.microsoft.com/office/drawing/2014/main" id="{E606085A-832A-48A4-8501-489BCA482CA5}"/>
              </a:ext>
            </a:extLst>
          </p:cNvPr>
          <p:cNvSpPr>
            <a:spLocks noGrp="1"/>
          </p:cNvSpPr>
          <p:nvPr/>
        </p:nvSpPr>
        <p:spPr>
          <a:xfrm>
            <a:off x="1093633" y="1405404"/>
            <a:ext cx="888605" cy="3615007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15240">
            <a:solidFill>
              <a:srgbClr val="243247"/>
            </a:solidFill>
            <a:prstDash val="solid"/>
          </a:ln>
        </p:spPr>
        <p:txBody>
          <a:bodyPr/>
          <a:lstStyle/>
          <a:p>
            <a:endParaRPr lang="zh-CN" altLang="en-US" sz="1219" dirty="0"/>
          </a:p>
        </p:txBody>
      </p:sp>
      <p:sp>
        <p:nvSpPr>
          <p:cNvPr id="3" name="text-3">
            <a:extLst>
              <a:ext uri="{FF2B5EF4-FFF2-40B4-BE49-F238E27FC236}">
                <a16:creationId xmlns:a16="http://schemas.microsoft.com/office/drawing/2014/main" id="{881342F5-726F-4526-AFFF-C2D3E0A9E9B0}"/>
              </a:ext>
            </a:extLst>
          </p:cNvPr>
          <p:cNvSpPr>
            <a:spLocks noGrp="1"/>
          </p:cNvSpPr>
          <p:nvPr/>
        </p:nvSpPr>
        <p:spPr>
          <a:xfrm>
            <a:off x="1140980" y="1453873"/>
            <a:ext cx="807823" cy="15348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950" b="1" i="1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950" b="1" i="1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7" b="1" i="1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rPr>
              <a:t>Flow preprocessing</a:t>
            </a:r>
          </a:p>
        </p:txBody>
      </p:sp>
      <p:sp>
        <p:nvSpPr>
          <p:cNvPr id="4" name="flow-4">
            <a:extLst>
              <a:ext uri="{FF2B5EF4-FFF2-40B4-BE49-F238E27FC236}">
                <a16:creationId xmlns:a16="http://schemas.microsoft.com/office/drawing/2014/main" id="{27ED55F4-9559-421F-89BD-CCB93F5F393B}"/>
              </a:ext>
            </a:extLst>
          </p:cNvPr>
          <p:cNvSpPr>
            <a:spLocks noGrp="1"/>
          </p:cNvSpPr>
          <p:nvPr/>
        </p:nvSpPr>
        <p:spPr>
          <a:xfrm>
            <a:off x="1100589" y="1651790"/>
            <a:ext cx="888605" cy="4039"/>
          </a:xfrm>
          <a:custGeom>
            <a:avLst/>
            <a:gdLst/>
            <a:ahLst/>
            <a:cxnLst/>
            <a:rect l="0" t="0" r="0" b="0"/>
            <a:pathLst>
              <a:path w="2095500" h="9525">
                <a:moveTo>
                  <a:pt x="0" y="0"/>
                </a:moveTo>
                <a:lnTo>
                  <a:pt x="2095500" y="0"/>
                </a:lnTo>
              </a:path>
            </a:pathLst>
          </a:custGeom>
          <a:noFill/>
          <a:ln w="9525">
            <a:solidFill>
              <a:srgbClr val="CDD5DF"/>
            </a:solidFill>
            <a:prstDash val="solid"/>
          </a:ln>
        </p:spPr>
      </p:sp>
      <p:sp>
        <p:nvSpPr>
          <p:cNvPr id="5" name="section-5">
            <a:extLst>
              <a:ext uri="{FF2B5EF4-FFF2-40B4-BE49-F238E27FC236}">
                <a16:creationId xmlns:a16="http://schemas.microsoft.com/office/drawing/2014/main" id="{CEB8F2D1-0BC1-4FE8-92CE-58E1F93EFFB5}"/>
              </a:ext>
            </a:extLst>
          </p:cNvPr>
          <p:cNvSpPr>
            <a:spLocks noGrp="1"/>
          </p:cNvSpPr>
          <p:nvPr/>
        </p:nvSpPr>
        <p:spPr>
          <a:xfrm>
            <a:off x="2069976" y="1437718"/>
            <a:ext cx="4414752" cy="3615007"/>
          </a:xfrm>
          <a:prstGeom prst="roundRect">
            <a:avLst>
              <a:gd name="adj" fmla="val 2011"/>
            </a:avLst>
          </a:prstGeom>
          <a:solidFill>
            <a:srgbClr val="FFFFFF"/>
          </a:solidFill>
          <a:ln w="15240">
            <a:solidFill>
              <a:srgbClr val="243247"/>
            </a:solidFill>
            <a:prstDash val="solid"/>
          </a:ln>
        </p:spPr>
      </p:sp>
      <p:sp>
        <p:nvSpPr>
          <p:cNvPr id="6" name="text-6">
            <a:extLst>
              <a:ext uri="{FF2B5EF4-FFF2-40B4-BE49-F238E27FC236}">
                <a16:creationId xmlns:a16="http://schemas.microsoft.com/office/drawing/2014/main" id="{753C6482-3C9A-4F0D-B963-21F415701D7A}"/>
              </a:ext>
            </a:extLst>
          </p:cNvPr>
          <p:cNvSpPr>
            <a:spLocks noGrp="1"/>
          </p:cNvSpPr>
          <p:nvPr/>
        </p:nvSpPr>
        <p:spPr>
          <a:xfrm>
            <a:off x="2150759" y="1453873"/>
            <a:ext cx="4463221" cy="15348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950" b="1" i="1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950" b="1" i="1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7" b="1" i="1" dirty="0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rPr>
              <a:t>Three-view representation and fixed feature fusion</a:t>
            </a:r>
          </a:p>
        </p:txBody>
      </p:sp>
      <p:sp>
        <p:nvSpPr>
          <p:cNvPr id="7" name="flow-7">
            <a:extLst>
              <a:ext uri="{FF2B5EF4-FFF2-40B4-BE49-F238E27FC236}">
                <a16:creationId xmlns:a16="http://schemas.microsoft.com/office/drawing/2014/main" id="{DD93F711-7DF2-4969-B4F9-4CC4680A7676}"/>
              </a:ext>
            </a:extLst>
          </p:cNvPr>
          <p:cNvSpPr>
            <a:spLocks noGrp="1"/>
          </p:cNvSpPr>
          <p:nvPr/>
        </p:nvSpPr>
        <p:spPr>
          <a:xfrm>
            <a:off x="2110368" y="1651790"/>
            <a:ext cx="4544003" cy="4039"/>
          </a:xfrm>
          <a:custGeom>
            <a:avLst/>
            <a:gdLst/>
            <a:ahLst/>
            <a:cxnLst/>
            <a:rect l="0" t="0" r="0" b="0"/>
            <a:pathLst>
              <a:path w="10715625" h="9525">
                <a:moveTo>
                  <a:pt x="0" y="0"/>
                </a:moveTo>
                <a:lnTo>
                  <a:pt x="10715625" y="0"/>
                </a:lnTo>
              </a:path>
            </a:pathLst>
          </a:custGeom>
          <a:noFill/>
          <a:ln w="9525">
            <a:solidFill>
              <a:srgbClr val="CDD5DF"/>
            </a:solidFill>
            <a:prstDash val="solid"/>
          </a:ln>
        </p:spPr>
      </p:sp>
      <p:sp>
        <p:nvSpPr>
          <p:cNvPr id="8" name="section-8">
            <a:extLst>
              <a:ext uri="{FF2B5EF4-FFF2-40B4-BE49-F238E27FC236}">
                <a16:creationId xmlns:a16="http://schemas.microsoft.com/office/drawing/2014/main" id="{4FFF550D-794D-407A-8147-F64254032369}"/>
              </a:ext>
            </a:extLst>
          </p:cNvPr>
          <p:cNvSpPr>
            <a:spLocks noGrp="1"/>
          </p:cNvSpPr>
          <p:nvPr/>
        </p:nvSpPr>
        <p:spPr>
          <a:xfrm>
            <a:off x="6660205" y="1414081"/>
            <a:ext cx="2221513" cy="3615007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 w="15240">
            <a:solidFill>
              <a:srgbClr val="243247"/>
            </a:solidFill>
            <a:prstDash val="solid"/>
          </a:ln>
        </p:spPr>
      </p:sp>
      <p:sp>
        <p:nvSpPr>
          <p:cNvPr id="9" name="text-9">
            <a:extLst>
              <a:ext uri="{FF2B5EF4-FFF2-40B4-BE49-F238E27FC236}">
                <a16:creationId xmlns:a16="http://schemas.microsoft.com/office/drawing/2014/main" id="{39DE3BC7-043E-4297-9810-5DD3C57FFBC6}"/>
              </a:ext>
            </a:extLst>
          </p:cNvPr>
          <p:cNvSpPr>
            <a:spLocks noGrp="1"/>
          </p:cNvSpPr>
          <p:nvPr/>
        </p:nvSpPr>
        <p:spPr>
          <a:xfrm>
            <a:off x="6712713" y="1453873"/>
            <a:ext cx="2140730" cy="15348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950" b="1" i="1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950" b="1" i="1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7" b="1" i="1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rPr>
              <a:t>Classification and support scoring</a:t>
            </a:r>
          </a:p>
        </p:txBody>
      </p:sp>
      <p:sp>
        <p:nvSpPr>
          <p:cNvPr id="10" name="flow-10">
            <a:extLst>
              <a:ext uri="{FF2B5EF4-FFF2-40B4-BE49-F238E27FC236}">
                <a16:creationId xmlns:a16="http://schemas.microsoft.com/office/drawing/2014/main" id="{01FEA27D-D9DD-46A5-BF1C-7FCD9D6F368E}"/>
              </a:ext>
            </a:extLst>
          </p:cNvPr>
          <p:cNvSpPr>
            <a:spLocks noGrp="1"/>
          </p:cNvSpPr>
          <p:nvPr/>
        </p:nvSpPr>
        <p:spPr>
          <a:xfrm>
            <a:off x="6672322" y="1651790"/>
            <a:ext cx="2221513" cy="4039"/>
          </a:xfrm>
          <a:custGeom>
            <a:avLst/>
            <a:gdLst/>
            <a:ahLst/>
            <a:cxnLst/>
            <a:rect l="0" t="0" r="0" b="0"/>
            <a:pathLst>
              <a:path w="5238750" h="9525">
                <a:moveTo>
                  <a:pt x="0" y="0"/>
                </a:moveTo>
                <a:lnTo>
                  <a:pt x="5238750" y="0"/>
                </a:lnTo>
              </a:path>
            </a:pathLst>
          </a:custGeom>
          <a:noFill/>
          <a:ln w="9525">
            <a:solidFill>
              <a:srgbClr val="CDD5DF"/>
            </a:solidFill>
            <a:prstDash val="solid"/>
          </a:ln>
        </p:spPr>
      </p:sp>
      <p:sp>
        <p:nvSpPr>
          <p:cNvPr id="11" name="section-11">
            <a:extLst>
              <a:ext uri="{FF2B5EF4-FFF2-40B4-BE49-F238E27FC236}">
                <a16:creationId xmlns:a16="http://schemas.microsoft.com/office/drawing/2014/main" id="{93ABD891-1C2A-41B1-ADBE-0E93EA461788}"/>
              </a:ext>
            </a:extLst>
          </p:cNvPr>
          <p:cNvSpPr>
            <a:spLocks noGrp="1"/>
          </p:cNvSpPr>
          <p:nvPr/>
        </p:nvSpPr>
        <p:spPr>
          <a:xfrm>
            <a:off x="9015007" y="1409443"/>
            <a:ext cx="1474277" cy="3615007"/>
          </a:xfrm>
          <a:prstGeom prst="roundRect">
            <a:avLst>
              <a:gd name="adj" fmla="val 4932"/>
            </a:avLst>
          </a:prstGeom>
          <a:solidFill>
            <a:srgbClr val="FFFFFF"/>
          </a:solidFill>
          <a:ln w="15240">
            <a:solidFill>
              <a:srgbClr val="243247"/>
            </a:solidFill>
            <a:prstDash val="solid"/>
          </a:ln>
        </p:spPr>
      </p:sp>
      <p:sp>
        <p:nvSpPr>
          <p:cNvPr id="12" name="text-12">
            <a:extLst>
              <a:ext uri="{FF2B5EF4-FFF2-40B4-BE49-F238E27FC236}">
                <a16:creationId xmlns:a16="http://schemas.microsoft.com/office/drawing/2014/main" id="{5FF358B9-A6D6-451A-8299-3C6DF8501186}"/>
              </a:ext>
            </a:extLst>
          </p:cNvPr>
          <p:cNvSpPr>
            <a:spLocks noGrp="1"/>
          </p:cNvSpPr>
          <p:nvPr/>
        </p:nvSpPr>
        <p:spPr>
          <a:xfrm>
            <a:off x="9055399" y="1453873"/>
            <a:ext cx="1393494" cy="15348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950" b="1" i="1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950" b="1" i="1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7" b="1" i="1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rPr>
              <a:t>Open-set decision</a:t>
            </a:r>
          </a:p>
        </p:txBody>
      </p:sp>
      <p:sp>
        <p:nvSpPr>
          <p:cNvPr id="13" name="flow-13">
            <a:extLst>
              <a:ext uri="{FF2B5EF4-FFF2-40B4-BE49-F238E27FC236}">
                <a16:creationId xmlns:a16="http://schemas.microsoft.com/office/drawing/2014/main" id="{837E8C30-4D39-48F9-92B4-7660DEFE1F08}"/>
              </a:ext>
            </a:extLst>
          </p:cNvPr>
          <p:cNvSpPr>
            <a:spLocks noGrp="1"/>
          </p:cNvSpPr>
          <p:nvPr/>
        </p:nvSpPr>
        <p:spPr>
          <a:xfrm>
            <a:off x="9015007" y="1651790"/>
            <a:ext cx="1474277" cy="4039"/>
          </a:xfrm>
          <a:custGeom>
            <a:avLst/>
            <a:gdLst/>
            <a:ahLst/>
            <a:cxnLst/>
            <a:rect l="0" t="0" r="0" b="0"/>
            <a:pathLst>
              <a:path w="3476625" h="9525">
                <a:moveTo>
                  <a:pt x="0" y="0"/>
                </a:moveTo>
                <a:lnTo>
                  <a:pt x="3476625" y="0"/>
                </a:lnTo>
              </a:path>
            </a:pathLst>
          </a:custGeom>
          <a:noFill/>
          <a:ln w="9525">
            <a:solidFill>
              <a:srgbClr val="CDD5DF"/>
            </a:solidFill>
            <a:prstDash val="solid"/>
          </a:ln>
        </p:spPr>
      </p:sp>
      <p:sp>
        <p:nvSpPr>
          <p:cNvPr id="14" name="pcap-14">
            <a:extLst>
              <a:ext uri="{FF2B5EF4-FFF2-40B4-BE49-F238E27FC236}">
                <a16:creationId xmlns:a16="http://schemas.microsoft.com/office/drawing/2014/main" id="{6ADDBE24-34B5-4891-895A-6F9D35F51100}"/>
              </a:ext>
            </a:extLst>
          </p:cNvPr>
          <p:cNvSpPr>
            <a:spLocks noGrp="1"/>
          </p:cNvSpPr>
          <p:nvPr/>
        </p:nvSpPr>
        <p:spPr>
          <a:xfrm>
            <a:off x="1427757" y="1704299"/>
            <a:ext cx="343325" cy="250425"/>
          </a:xfrm>
          <a:prstGeom prst="snip1Rect">
            <a:avLst/>
          </a:prstGeom>
          <a:solidFill>
            <a:srgbClr val="E6EBF5"/>
          </a:solidFill>
          <a:ln w="15240">
            <a:solidFill>
              <a:srgbClr val="AFC0E6"/>
            </a:solidFill>
            <a:prstDash val="solid"/>
          </a:ln>
        </p:spPr>
      </p:sp>
      <p:sp>
        <p:nvSpPr>
          <p:cNvPr id="15" name="pcap-15">
            <a:extLst>
              <a:ext uri="{FF2B5EF4-FFF2-40B4-BE49-F238E27FC236}">
                <a16:creationId xmlns:a16="http://schemas.microsoft.com/office/drawing/2014/main" id="{70FE1796-1EA8-4DCC-9004-CD3B9EBE8BB8}"/>
              </a:ext>
            </a:extLst>
          </p:cNvPr>
          <p:cNvSpPr>
            <a:spLocks noGrp="1"/>
          </p:cNvSpPr>
          <p:nvPr/>
        </p:nvSpPr>
        <p:spPr>
          <a:xfrm>
            <a:off x="1387365" y="1736611"/>
            <a:ext cx="343325" cy="250425"/>
          </a:xfrm>
          <a:prstGeom prst="snip1Rect">
            <a:avLst/>
          </a:prstGeom>
          <a:solidFill>
            <a:srgbClr val="E6EBF5"/>
          </a:solidFill>
          <a:ln w="15240">
            <a:solidFill>
              <a:srgbClr val="AFC0E6"/>
            </a:solidFill>
            <a:prstDash val="solid"/>
          </a:ln>
        </p:spPr>
      </p:sp>
      <p:sp>
        <p:nvSpPr>
          <p:cNvPr id="16" name="pcap-16">
            <a:extLst>
              <a:ext uri="{FF2B5EF4-FFF2-40B4-BE49-F238E27FC236}">
                <a16:creationId xmlns:a16="http://schemas.microsoft.com/office/drawing/2014/main" id="{B7AFB753-7761-4E59-82D2-41ED2DB7BB05}"/>
              </a:ext>
            </a:extLst>
          </p:cNvPr>
          <p:cNvSpPr>
            <a:spLocks noGrp="1"/>
          </p:cNvSpPr>
          <p:nvPr/>
        </p:nvSpPr>
        <p:spPr>
          <a:xfrm>
            <a:off x="1346974" y="1768924"/>
            <a:ext cx="343325" cy="250425"/>
          </a:xfrm>
          <a:prstGeom prst="snip1Rect">
            <a:avLst/>
          </a:prstGeom>
          <a:solidFill>
            <a:srgbClr val="E6EBF5"/>
          </a:solidFill>
          <a:ln w="15240">
            <a:solidFill>
              <a:srgbClr val="AFC0E6"/>
            </a:solidFill>
            <a:prstDash val="solid"/>
          </a:ln>
        </p:spPr>
      </p:sp>
      <p:sp>
        <p:nvSpPr>
          <p:cNvPr id="17" name="text-17">
            <a:extLst>
              <a:ext uri="{FF2B5EF4-FFF2-40B4-BE49-F238E27FC236}">
                <a16:creationId xmlns:a16="http://schemas.microsoft.com/office/drawing/2014/main" id="{D664CCC7-2D16-45A0-B52E-3D82D725D6D0}"/>
              </a:ext>
            </a:extLst>
          </p:cNvPr>
          <p:cNvSpPr>
            <a:spLocks noGrp="1"/>
          </p:cNvSpPr>
          <p:nvPr/>
        </p:nvSpPr>
        <p:spPr>
          <a:xfrm>
            <a:off x="1161175" y="2059741"/>
            <a:ext cx="767432" cy="12925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725" b="0" i="0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725" b="0" i="0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1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rPr>
              <a:t>Raw PCAP files</a:t>
            </a:r>
          </a:p>
        </p:txBody>
      </p:sp>
      <p:sp>
        <p:nvSpPr>
          <p:cNvPr id="18" name="flow-18">
            <a:extLst>
              <a:ext uri="{FF2B5EF4-FFF2-40B4-BE49-F238E27FC236}">
                <a16:creationId xmlns:a16="http://schemas.microsoft.com/office/drawing/2014/main" id="{FD186C47-1079-44D7-BE11-0F1BE48BF6CB}"/>
              </a:ext>
            </a:extLst>
          </p:cNvPr>
          <p:cNvSpPr>
            <a:spLocks noGrp="1"/>
          </p:cNvSpPr>
          <p:nvPr/>
        </p:nvSpPr>
        <p:spPr>
          <a:xfrm>
            <a:off x="1544891" y="2205148"/>
            <a:ext cx="4039" cy="109056"/>
          </a:xfrm>
          <a:custGeom>
            <a:avLst/>
            <a:gdLst/>
            <a:ahLst/>
            <a:cxnLst/>
            <a:rect l="0" t="0" r="0" b="0"/>
            <a:pathLst>
              <a:path w="9525" h="257175">
                <a:moveTo>
                  <a:pt x="0" y="0"/>
                </a:moveTo>
                <a:lnTo>
                  <a:pt x="0" y="257175"/>
                </a:lnTo>
              </a:path>
            </a:pathLst>
          </a:custGeom>
          <a:noFill/>
          <a:ln w="18098">
            <a:solidFill>
              <a:srgbClr val="243247"/>
            </a:solidFill>
            <a:prstDash val="solid"/>
          </a:ln>
        </p:spPr>
      </p:sp>
      <p:sp>
        <p:nvSpPr>
          <p:cNvPr id="19" name="arrow-18">
            <a:extLst>
              <a:ext uri="{FF2B5EF4-FFF2-40B4-BE49-F238E27FC236}">
                <a16:creationId xmlns:a16="http://schemas.microsoft.com/office/drawing/2014/main" id="{8E4221C6-CD79-43DD-82A2-9E9E33C23DA0}"/>
              </a:ext>
            </a:extLst>
          </p:cNvPr>
          <p:cNvSpPr>
            <a:spLocks noGrp="1"/>
          </p:cNvSpPr>
          <p:nvPr/>
        </p:nvSpPr>
        <p:spPr>
          <a:xfrm>
            <a:off x="1522676" y="2287427"/>
            <a:ext cx="36352" cy="40391"/>
          </a:xfrm>
          <a:custGeom>
            <a:avLst/>
            <a:gdLst/>
            <a:ahLst/>
            <a:cxnLst/>
            <a:rect l="0" t="0" r="0" b="0"/>
            <a:pathLst>
              <a:path w="85725" h="95250">
                <a:moveTo>
                  <a:pt x="42863" y="95250"/>
                </a:moveTo>
                <a:lnTo>
                  <a:pt x="85725" y="0"/>
                </a:lnTo>
                <a:lnTo>
                  <a:pt x="0" y="0"/>
                </a:lnTo>
                <a:close/>
              </a:path>
            </a:pathLst>
          </a:custGeom>
          <a:solidFill>
            <a:srgbClr val="243247"/>
          </a:solidFill>
          <a:ln w="953">
            <a:solidFill>
              <a:srgbClr val="243247"/>
            </a:solidFill>
          </a:ln>
        </p:spPr>
      </p:sp>
      <p:sp>
        <p:nvSpPr>
          <p:cNvPr id="20" name="module-19">
            <a:extLst>
              <a:ext uri="{FF2B5EF4-FFF2-40B4-BE49-F238E27FC236}">
                <a16:creationId xmlns:a16="http://schemas.microsoft.com/office/drawing/2014/main" id="{B0A780C8-E590-4E1A-AB87-AD9D78D917FE}"/>
              </a:ext>
            </a:extLst>
          </p:cNvPr>
          <p:cNvSpPr>
            <a:spLocks noGrp="1"/>
          </p:cNvSpPr>
          <p:nvPr/>
        </p:nvSpPr>
        <p:spPr>
          <a:xfrm>
            <a:off x="1169254" y="2338439"/>
            <a:ext cx="751275" cy="197916"/>
          </a:xfrm>
          <a:prstGeom prst="roundRect">
            <a:avLst>
              <a:gd name="adj" fmla="val 12245"/>
            </a:avLst>
          </a:prstGeom>
          <a:solidFill>
            <a:srgbClr val="FFFFFF"/>
          </a:solidFill>
          <a:ln w="15240">
            <a:solidFill>
              <a:srgbClr val="8795A8"/>
            </a:solidFill>
            <a:prstDash val="solid"/>
          </a:ln>
        </p:spPr>
      </p:sp>
      <p:sp>
        <p:nvSpPr>
          <p:cNvPr id="21" name="text-20">
            <a:extLst>
              <a:ext uri="{FF2B5EF4-FFF2-40B4-BE49-F238E27FC236}">
                <a16:creationId xmlns:a16="http://schemas.microsoft.com/office/drawing/2014/main" id="{C343D95A-C667-48ED-B27D-42782DEA404B}"/>
              </a:ext>
            </a:extLst>
          </p:cNvPr>
          <p:cNvSpPr>
            <a:spLocks noGrp="1"/>
          </p:cNvSpPr>
          <p:nvPr/>
        </p:nvSpPr>
        <p:spPr>
          <a:xfrm>
            <a:off x="1193488" y="2366713"/>
            <a:ext cx="702806" cy="14136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500" b="0" i="0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500" b="0" i="0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36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rPr>
              <a:t>Parsing and filtering</a:t>
            </a:r>
          </a:p>
        </p:txBody>
      </p:sp>
      <p:sp>
        <p:nvSpPr>
          <p:cNvPr id="22" name="module-21">
            <a:extLst>
              <a:ext uri="{FF2B5EF4-FFF2-40B4-BE49-F238E27FC236}">
                <a16:creationId xmlns:a16="http://schemas.microsoft.com/office/drawing/2014/main" id="{6E44395F-48A3-4AC6-950E-A6E33B5563BE}"/>
              </a:ext>
            </a:extLst>
          </p:cNvPr>
          <p:cNvSpPr>
            <a:spLocks noGrp="1"/>
          </p:cNvSpPr>
          <p:nvPr/>
        </p:nvSpPr>
        <p:spPr>
          <a:xfrm>
            <a:off x="1169254" y="2613100"/>
            <a:ext cx="751275" cy="197916"/>
          </a:xfrm>
          <a:prstGeom prst="roundRect">
            <a:avLst>
              <a:gd name="adj" fmla="val 12245"/>
            </a:avLst>
          </a:prstGeom>
          <a:solidFill>
            <a:srgbClr val="FFFFFF"/>
          </a:solidFill>
          <a:ln w="15240">
            <a:solidFill>
              <a:srgbClr val="8795A8"/>
            </a:solidFill>
            <a:prstDash val="solid"/>
          </a:ln>
        </p:spPr>
      </p:sp>
      <p:sp>
        <p:nvSpPr>
          <p:cNvPr id="23" name="text-22">
            <a:extLst>
              <a:ext uri="{FF2B5EF4-FFF2-40B4-BE49-F238E27FC236}">
                <a16:creationId xmlns:a16="http://schemas.microsoft.com/office/drawing/2014/main" id="{02F27DC5-2166-4B82-89C1-75F531464640}"/>
              </a:ext>
            </a:extLst>
          </p:cNvPr>
          <p:cNvSpPr>
            <a:spLocks noGrp="1"/>
          </p:cNvSpPr>
          <p:nvPr/>
        </p:nvSpPr>
        <p:spPr>
          <a:xfrm>
            <a:off x="1193488" y="2641373"/>
            <a:ext cx="702806" cy="14136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500" b="0" i="0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500" b="0" i="0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36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rPr>
              <a:t>Bidirectional grouping</a:t>
            </a:r>
          </a:p>
        </p:txBody>
      </p:sp>
      <p:sp>
        <p:nvSpPr>
          <p:cNvPr id="24" name="module-23">
            <a:extLst>
              <a:ext uri="{FF2B5EF4-FFF2-40B4-BE49-F238E27FC236}">
                <a16:creationId xmlns:a16="http://schemas.microsoft.com/office/drawing/2014/main" id="{C50DBECF-E340-4F18-B850-09EA652EE6C3}"/>
              </a:ext>
            </a:extLst>
          </p:cNvPr>
          <p:cNvSpPr>
            <a:spLocks noGrp="1"/>
          </p:cNvSpPr>
          <p:nvPr/>
        </p:nvSpPr>
        <p:spPr>
          <a:xfrm>
            <a:off x="1169254" y="2887759"/>
            <a:ext cx="751275" cy="197916"/>
          </a:xfrm>
          <a:prstGeom prst="roundRect">
            <a:avLst>
              <a:gd name="adj" fmla="val 12245"/>
            </a:avLst>
          </a:prstGeom>
          <a:solidFill>
            <a:srgbClr val="FFFFFF"/>
          </a:solidFill>
          <a:ln w="15240">
            <a:solidFill>
              <a:srgbClr val="8795A8"/>
            </a:solidFill>
            <a:prstDash val="solid"/>
          </a:ln>
        </p:spPr>
      </p:sp>
      <p:sp>
        <p:nvSpPr>
          <p:cNvPr id="25" name="text-24">
            <a:extLst>
              <a:ext uri="{FF2B5EF4-FFF2-40B4-BE49-F238E27FC236}">
                <a16:creationId xmlns:a16="http://schemas.microsoft.com/office/drawing/2014/main" id="{C6C8A04C-8B34-437A-BEAA-01EBA217E1A4}"/>
              </a:ext>
            </a:extLst>
          </p:cNvPr>
          <p:cNvSpPr>
            <a:spLocks noGrp="1"/>
          </p:cNvSpPr>
          <p:nvPr/>
        </p:nvSpPr>
        <p:spPr>
          <a:xfrm>
            <a:off x="1193488" y="2916032"/>
            <a:ext cx="702806" cy="14136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500" b="0" i="0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500" b="0" i="0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36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rPr>
              <a:t>Packet ordering</a:t>
            </a:r>
          </a:p>
        </p:txBody>
      </p:sp>
      <p:sp>
        <p:nvSpPr>
          <p:cNvPr id="26" name="flow-25">
            <a:extLst>
              <a:ext uri="{FF2B5EF4-FFF2-40B4-BE49-F238E27FC236}">
                <a16:creationId xmlns:a16="http://schemas.microsoft.com/office/drawing/2014/main" id="{0E42F5E5-599A-4272-A8C2-AEC8A30E138D}"/>
              </a:ext>
            </a:extLst>
          </p:cNvPr>
          <p:cNvSpPr>
            <a:spLocks noGrp="1"/>
          </p:cNvSpPr>
          <p:nvPr/>
        </p:nvSpPr>
        <p:spPr>
          <a:xfrm>
            <a:off x="1544891" y="2536356"/>
            <a:ext cx="4039" cy="76743"/>
          </a:xfrm>
          <a:custGeom>
            <a:avLst/>
            <a:gdLst/>
            <a:ahLst/>
            <a:cxnLst/>
            <a:rect l="0" t="0" r="0" b="0"/>
            <a:pathLst>
              <a:path w="9525" h="180975">
                <a:moveTo>
                  <a:pt x="0" y="0"/>
                </a:moveTo>
                <a:lnTo>
                  <a:pt x="0" y="180975"/>
                </a:lnTo>
              </a:path>
            </a:pathLst>
          </a:custGeom>
          <a:noFill/>
          <a:ln w="18098">
            <a:solidFill>
              <a:srgbClr val="243247"/>
            </a:solidFill>
            <a:prstDash val="solid"/>
          </a:ln>
        </p:spPr>
      </p:sp>
      <p:sp>
        <p:nvSpPr>
          <p:cNvPr id="27" name="arrow-25">
            <a:extLst>
              <a:ext uri="{FF2B5EF4-FFF2-40B4-BE49-F238E27FC236}">
                <a16:creationId xmlns:a16="http://schemas.microsoft.com/office/drawing/2014/main" id="{994D7EAA-FBA6-46EA-9B46-CE451AFFA993}"/>
              </a:ext>
            </a:extLst>
          </p:cNvPr>
          <p:cNvSpPr>
            <a:spLocks noGrp="1"/>
          </p:cNvSpPr>
          <p:nvPr/>
        </p:nvSpPr>
        <p:spPr>
          <a:xfrm>
            <a:off x="1522676" y="2576154"/>
            <a:ext cx="36352" cy="40391"/>
          </a:xfrm>
          <a:custGeom>
            <a:avLst/>
            <a:gdLst/>
            <a:ahLst/>
            <a:cxnLst/>
            <a:rect l="0" t="0" r="0" b="0"/>
            <a:pathLst>
              <a:path w="85725" h="95250">
                <a:moveTo>
                  <a:pt x="42863" y="95250"/>
                </a:moveTo>
                <a:lnTo>
                  <a:pt x="85725" y="0"/>
                </a:lnTo>
                <a:lnTo>
                  <a:pt x="0" y="0"/>
                </a:lnTo>
                <a:close/>
              </a:path>
            </a:pathLst>
          </a:custGeom>
          <a:solidFill>
            <a:srgbClr val="243247"/>
          </a:solidFill>
          <a:ln w="953">
            <a:solidFill>
              <a:srgbClr val="243247"/>
            </a:solidFill>
          </a:ln>
        </p:spPr>
      </p:sp>
      <p:sp>
        <p:nvSpPr>
          <p:cNvPr id="28" name="flow-26">
            <a:extLst>
              <a:ext uri="{FF2B5EF4-FFF2-40B4-BE49-F238E27FC236}">
                <a16:creationId xmlns:a16="http://schemas.microsoft.com/office/drawing/2014/main" id="{B518BE56-4CCE-4B9D-9378-D9AAD2D54A49}"/>
              </a:ext>
            </a:extLst>
          </p:cNvPr>
          <p:cNvSpPr>
            <a:spLocks noGrp="1"/>
          </p:cNvSpPr>
          <p:nvPr/>
        </p:nvSpPr>
        <p:spPr>
          <a:xfrm>
            <a:off x="1544891" y="2811016"/>
            <a:ext cx="4039" cy="76743"/>
          </a:xfrm>
          <a:custGeom>
            <a:avLst/>
            <a:gdLst/>
            <a:ahLst/>
            <a:cxnLst/>
            <a:rect l="0" t="0" r="0" b="0"/>
            <a:pathLst>
              <a:path w="9525" h="180975">
                <a:moveTo>
                  <a:pt x="0" y="0"/>
                </a:moveTo>
                <a:lnTo>
                  <a:pt x="0" y="180975"/>
                </a:lnTo>
              </a:path>
            </a:pathLst>
          </a:custGeom>
          <a:noFill/>
          <a:ln w="18098">
            <a:solidFill>
              <a:srgbClr val="243247"/>
            </a:solidFill>
            <a:prstDash val="solid"/>
          </a:ln>
        </p:spPr>
      </p:sp>
      <p:sp>
        <p:nvSpPr>
          <p:cNvPr id="29" name="arrow-26">
            <a:extLst>
              <a:ext uri="{FF2B5EF4-FFF2-40B4-BE49-F238E27FC236}">
                <a16:creationId xmlns:a16="http://schemas.microsoft.com/office/drawing/2014/main" id="{E88DE926-17B3-4D39-BC32-34A97EF464D4}"/>
              </a:ext>
            </a:extLst>
          </p:cNvPr>
          <p:cNvSpPr>
            <a:spLocks noGrp="1"/>
          </p:cNvSpPr>
          <p:nvPr/>
        </p:nvSpPr>
        <p:spPr>
          <a:xfrm>
            <a:off x="1522676" y="2850814"/>
            <a:ext cx="36352" cy="40391"/>
          </a:xfrm>
          <a:custGeom>
            <a:avLst/>
            <a:gdLst/>
            <a:ahLst/>
            <a:cxnLst/>
            <a:rect l="0" t="0" r="0" b="0"/>
            <a:pathLst>
              <a:path w="85725" h="95250">
                <a:moveTo>
                  <a:pt x="42863" y="95250"/>
                </a:moveTo>
                <a:lnTo>
                  <a:pt x="85725" y="0"/>
                </a:lnTo>
                <a:lnTo>
                  <a:pt x="0" y="0"/>
                </a:lnTo>
                <a:close/>
              </a:path>
            </a:pathLst>
          </a:custGeom>
          <a:solidFill>
            <a:srgbClr val="243247"/>
          </a:solidFill>
          <a:ln w="953">
            <a:solidFill>
              <a:srgbClr val="243247"/>
            </a:solidFill>
          </a:ln>
        </p:spPr>
      </p:sp>
      <p:sp>
        <p:nvSpPr>
          <p:cNvPr id="30" name="flow-27">
            <a:extLst>
              <a:ext uri="{FF2B5EF4-FFF2-40B4-BE49-F238E27FC236}">
                <a16:creationId xmlns:a16="http://schemas.microsoft.com/office/drawing/2014/main" id="{2373AFD9-D6F7-494D-A754-0D0218185EF9}"/>
              </a:ext>
            </a:extLst>
          </p:cNvPr>
          <p:cNvSpPr>
            <a:spLocks noGrp="1"/>
          </p:cNvSpPr>
          <p:nvPr/>
        </p:nvSpPr>
        <p:spPr>
          <a:xfrm>
            <a:off x="1544891" y="3085676"/>
            <a:ext cx="4039" cy="254464"/>
          </a:xfrm>
          <a:custGeom>
            <a:avLst/>
            <a:gdLst/>
            <a:ahLst/>
            <a:cxnLst/>
            <a:rect l="0" t="0" r="0" b="0"/>
            <a:pathLst>
              <a:path w="9525" h="600075">
                <a:moveTo>
                  <a:pt x="0" y="0"/>
                </a:moveTo>
                <a:lnTo>
                  <a:pt x="0" y="600075"/>
                </a:lnTo>
              </a:path>
            </a:pathLst>
          </a:custGeom>
          <a:noFill/>
          <a:ln w="18098">
            <a:solidFill>
              <a:srgbClr val="243247"/>
            </a:solidFill>
            <a:prstDash val="solid"/>
          </a:ln>
        </p:spPr>
      </p:sp>
      <p:sp>
        <p:nvSpPr>
          <p:cNvPr id="31" name="arrow-27">
            <a:extLst>
              <a:ext uri="{FF2B5EF4-FFF2-40B4-BE49-F238E27FC236}">
                <a16:creationId xmlns:a16="http://schemas.microsoft.com/office/drawing/2014/main" id="{B3FCCB04-CA6E-4FDF-B390-654731B762B6}"/>
              </a:ext>
            </a:extLst>
          </p:cNvPr>
          <p:cNvSpPr>
            <a:spLocks noGrp="1"/>
          </p:cNvSpPr>
          <p:nvPr/>
        </p:nvSpPr>
        <p:spPr>
          <a:xfrm>
            <a:off x="1522676" y="3338120"/>
            <a:ext cx="36352" cy="40391"/>
          </a:xfrm>
          <a:custGeom>
            <a:avLst/>
            <a:gdLst/>
            <a:ahLst/>
            <a:cxnLst/>
            <a:rect l="0" t="0" r="0" b="0"/>
            <a:pathLst>
              <a:path w="85725" h="95250">
                <a:moveTo>
                  <a:pt x="42863" y="95250"/>
                </a:moveTo>
                <a:lnTo>
                  <a:pt x="85725" y="0"/>
                </a:lnTo>
                <a:lnTo>
                  <a:pt x="0" y="0"/>
                </a:lnTo>
                <a:close/>
              </a:path>
            </a:pathLst>
          </a:custGeom>
          <a:solidFill>
            <a:srgbClr val="243247"/>
          </a:solidFill>
          <a:ln w="953">
            <a:solidFill>
              <a:srgbClr val="243247"/>
            </a:solidFill>
          </a:ln>
        </p:spPr>
      </p:sp>
      <p:sp>
        <p:nvSpPr>
          <p:cNvPr id="32" name="text-28">
            <a:extLst>
              <a:ext uri="{FF2B5EF4-FFF2-40B4-BE49-F238E27FC236}">
                <a16:creationId xmlns:a16="http://schemas.microsoft.com/office/drawing/2014/main" id="{11662F99-2D8A-4193-9D85-88BDB7D07D9E}"/>
              </a:ext>
            </a:extLst>
          </p:cNvPr>
          <p:cNvSpPr>
            <a:spLocks noGrp="1"/>
          </p:cNvSpPr>
          <p:nvPr/>
        </p:nvSpPr>
        <p:spPr>
          <a:xfrm>
            <a:off x="1161175" y="3368414"/>
            <a:ext cx="767432" cy="15348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800" b="1" i="0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800" b="1" i="0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63" b="1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rPr>
              <a:t>Bidirectional flows</a:t>
            </a:r>
          </a:p>
        </p:txBody>
      </p:sp>
      <p:sp>
        <p:nvSpPr>
          <p:cNvPr id="33" name="text-29">
            <a:extLst>
              <a:ext uri="{FF2B5EF4-FFF2-40B4-BE49-F238E27FC236}">
                <a16:creationId xmlns:a16="http://schemas.microsoft.com/office/drawing/2014/main" id="{8D868C3F-274D-4E8B-8666-1F9AA470963D}"/>
              </a:ext>
            </a:extLst>
          </p:cNvPr>
          <p:cNvSpPr>
            <a:spLocks noGrp="1"/>
          </p:cNvSpPr>
          <p:nvPr/>
        </p:nvSpPr>
        <p:spPr>
          <a:xfrm>
            <a:off x="1209645" y="3626917"/>
            <a:ext cx="646259" cy="10905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500" b="0" i="0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defRPr sz="1500" b="0" i="0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36" dirty="0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rPr>
              <a:t>A → B</a:t>
            </a:r>
            <a:r>
              <a:rPr lang="en-US" sz="636" dirty="0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rPr>
              <a:t> (forward)</a:t>
            </a:r>
            <a:endParaRPr sz="636" dirty="0">
              <a:solidFill>
                <a:srgbClr val="243247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4" name="text-30">
            <a:extLst>
              <a:ext uri="{FF2B5EF4-FFF2-40B4-BE49-F238E27FC236}">
                <a16:creationId xmlns:a16="http://schemas.microsoft.com/office/drawing/2014/main" id="{5DED3194-7FDE-45C1-951E-38075F67C54D}"/>
              </a:ext>
            </a:extLst>
          </p:cNvPr>
          <p:cNvSpPr>
            <a:spLocks noGrp="1"/>
          </p:cNvSpPr>
          <p:nvPr/>
        </p:nvSpPr>
        <p:spPr>
          <a:xfrm>
            <a:off x="1209645" y="4147962"/>
            <a:ext cx="646259" cy="10905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500" b="0" i="0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defRPr sz="1500" b="0" i="0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36" dirty="0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rPr>
              <a:t>B → A</a:t>
            </a:r>
            <a:r>
              <a:rPr lang="en-US" sz="636" dirty="0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rPr>
              <a:t> (backward)</a:t>
            </a:r>
            <a:endParaRPr sz="636" dirty="0">
              <a:solidFill>
                <a:srgbClr val="243247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5" name="module-31">
            <a:extLst>
              <a:ext uri="{FF2B5EF4-FFF2-40B4-BE49-F238E27FC236}">
                <a16:creationId xmlns:a16="http://schemas.microsoft.com/office/drawing/2014/main" id="{0AA2E83D-1431-4100-BBB3-AC547F3B20BA}"/>
              </a:ext>
            </a:extLst>
          </p:cNvPr>
          <p:cNvSpPr>
            <a:spLocks noGrp="1"/>
          </p:cNvSpPr>
          <p:nvPr/>
        </p:nvSpPr>
        <p:spPr>
          <a:xfrm>
            <a:off x="1221763" y="3804637"/>
            <a:ext cx="96938" cy="97532"/>
          </a:xfrm>
          <a:prstGeom prst="ellipse">
            <a:avLst/>
          </a:prstGeom>
          <a:solidFill>
            <a:srgbClr val="AFC0E6"/>
          </a:solidFill>
          <a:ln w="0">
            <a:noFill/>
            <a:prstDash val="solid"/>
          </a:ln>
        </p:spPr>
      </p:sp>
      <p:sp>
        <p:nvSpPr>
          <p:cNvPr id="36" name="module-32">
            <a:extLst>
              <a:ext uri="{FF2B5EF4-FFF2-40B4-BE49-F238E27FC236}">
                <a16:creationId xmlns:a16="http://schemas.microsoft.com/office/drawing/2014/main" id="{AD07F990-7852-4A91-9C72-620856B00B5B}"/>
              </a:ext>
            </a:extLst>
          </p:cNvPr>
          <p:cNvSpPr>
            <a:spLocks noGrp="1"/>
          </p:cNvSpPr>
          <p:nvPr/>
        </p:nvSpPr>
        <p:spPr>
          <a:xfrm>
            <a:off x="1221763" y="4333762"/>
            <a:ext cx="96938" cy="97532"/>
          </a:xfrm>
          <a:prstGeom prst="ellipse">
            <a:avLst/>
          </a:prstGeom>
          <a:solidFill>
            <a:srgbClr val="EBA97D"/>
          </a:solidFill>
          <a:ln w="0">
            <a:noFill/>
            <a:prstDash val="solid"/>
          </a:ln>
        </p:spPr>
      </p:sp>
      <p:sp>
        <p:nvSpPr>
          <p:cNvPr id="37" name="module-33">
            <a:extLst>
              <a:ext uri="{FF2B5EF4-FFF2-40B4-BE49-F238E27FC236}">
                <a16:creationId xmlns:a16="http://schemas.microsoft.com/office/drawing/2014/main" id="{C8C3180E-3D61-46BD-A6B5-3A6ED09CDEA6}"/>
              </a:ext>
            </a:extLst>
          </p:cNvPr>
          <p:cNvSpPr>
            <a:spLocks noGrp="1"/>
          </p:cNvSpPr>
          <p:nvPr/>
        </p:nvSpPr>
        <p:spPr>
          <a:xfrm>
            <a:off x="1383327" y="3804637"/>
            <a:ext cx="96938" cy="97532"/>
          </a:xfrm>
          <a:prstGeom prst="ellipse">
            <a:avLst/>
          </a:prstGeom>
          <a:solidFill>
            <a:srgbClr val="AFC0E6"/>
          </a:solidFill>
          <a:ln w="0">
            <a:noFill/>
            <a:prstDash val="solid"/>
          </a:ln>
        </p:spPr>
      </p:sp>
      <p:sp>
        <p:nvSpPr>
          <p:cNvPr id="38" name="module-34">
            <a:extLst>
              <a:ext uri="{FF2B5EF4-FFF2-40B4-BE49-F238E27FC236}">
                <a16:creationId xmlns:a16="http://schemas.microsoft.com/office/drawing/2014/main" id="{6D42AC59-48AC-450E-8D33-30033DA90451}"/>
              </a:ext>
            </a:extLst>
          </p:cNvPr>
          <p:cNvSpPr>
            <a:spLocks noGrp="1"/>
          </p:cNvSpPr>
          <p:nvPr/>
        </p:nvSpPr>
        <p:spPr>
          <a:xfrm>
            <a:off x="1383327" y="4333762"/>
            <a:ext cx="96938" cy="97532"/>
          </a:xfrm>
          <a:prstGeom prst="ellipse">
            <a:avLst/>
          </a:prstGeom>
          <a:solidFill>
            <a:srgbClr val="EBA97D"/>
          </a:solidFill>
          <a:ln w="0">
            <a:noFill/>
            <a:prstDash val="solid"/>
          </a:ln>
        </p:spPr>
      </p:sp>
      <p:sp>
        <p:nvSpPr>
          <p:cNvPr id="39" name="module-35">
            <a:extLst>
              <a:ext uri="{FF2B5EF4-FFF2-40B4-BE49-F238E27FC236}">
                <a16:creationId xmlns:a16="http://schemas.microsoft.com/office/drawing/2014/main" id="{976394B4-20FE-4F42-B517-62FCF8F79ECD}"/>
              </a:ext>
            </a:extLst>
          </p:cNvPr>
          <p:cNvSpPr>
            <a:spLocks noGrp="1"/>
          </p:cNvSpPr>
          <p:nvPr/>
        </p:nvSpPr>
        <p:spPr>
          <a:xfrm>
            <a:off x="1544892" y="3804637"/>
            <a:ext cx="96938" cy="97532"/>
          </a:xfrm>
          <a:prstGeom prst="ellipse">
            <a:avLst/>
          </a:prstGeom>
          <a:solidFill>
            <a:srgbClr val="AFC0E6"/>
          </a:solidFill>
          <a:ln w="0">
            <a:noFill/>
            <a:prstDash val="solid"/>
          </a:ln>
        </p:spPr>
      </p:sp>
      <p:sp>
        <p:nvSpPr>
          <p:cNvPr id="40" name="module-36">
            <a:extLst>
              <a:ext uri="{FF2B5EF4-FFF2-40B4-BE49-F238E27FC236}">
                <a16:creationId xmlns:a16="http://schemas.microsoft.com/office/drawing/2014/main" id="{F7B5C6DE-06DB-4954-873F-C3738BD73D1A}"/>
              </a:ext>
            </a:extLst>
          </p:cNvPr>
          <p:cNvSpPr>
            <a:spLocks noGrp="1"/>
          </p:cNvSpPr>
          <p:nvPr/>
        </p:nvSpPr>
        <p:spPr>
          <a:xfrm>
            <a:off x="1544892" y="4333762"/>
            <a:ext cx="96938" cy="97532"/>
          </a:xfrm>
          <a:prstGeom prst="ellipse">
            <a:avLst/>
          </a:prstGeom>
          <a:solidFill>
            <a:srgbClr val="EBA97D"/>
          </a:solidFill>
          <a:ln w="0">
            <a:noFill/>
            <a:prstDash val="solid"/>
          </a:ln>
        </p:spPr>
      </p:sp>
      <p:sp>
        <p:nvSpPr>
          <p:cNvPr id="41" name="module-37">
            <a:extLst>
              <a:ext uri="{FF2B5EF4-FFF2-40B4-BE49-F238E27FC236}">
                <a16:creationId xmlns:a16="http://schemas.microsoft.com/office/drawing/2014/main" id="{3BE7224C-EF6F-4F44-BE47-96D8992B1FC5}"/>
              </a:ext>
            </a:extLst>
          </p:cNvPr>
          <p:cNvSpPr>
            <a:spLocks noGrp="1"/>
          </p:cNvSpPr>
          <p:nvPr/>
        </p:nvSpPr>
        <p:spPr>
          <a:xfrm>
            <a:off x="1706456" y="3804637"/>
            <a:ext cx="96938" cy="97532"/>
          </a:xfrm>
          <a:prstGeom prst="ellipse">
            <a:avLst/>
          </a:prstGeom>
          <a:solidFill>
            <a:srgbClr val="AFC0E6"/>
          </a:solidFill>
          <a:ln w="0">
            <a:noFill/>
            <a:prstDash val="solid"/>
          </a:ln>
        </p:spPr>
      </p:sp>
      <p:sp>
        <p:nvSpPr>
          <p:cNvPr id="42" name="module-38">
            <a:extLst>
              <a:ext uri="{FF2B5EF4-FFF2-40B4-BE49-F238E27FC236}">
                <a16:creationId xmlns:a16="http://schemas.microsoft.com/office/drawing/2014/main" id="{A467DA37-3453-4A2B-9D69-B18951C2806B}"/>
              </a:ext>
            </a:extLst>
          </p:cNvPr>
          <p:cNvSpPr>
            <a:spLocks noGrp="1"/>
          </p:cNvSpPr>
          <p:nvPr/>
        </p:nvSpPr>
        <p:spPr>
          <a:xfrm>
            <a:off x="1706456" y="4333762"/>
            <a:ext cx="96938" cy="97532"/>
          </a:xfrm>
          <a:prstGeom prst="ellipse">
            <a:avLst/>
          </a:prstGeom>
          <a:solidFill>
            <a:srgbClr val="EBA97D"/>
          </a:solidFill>
          <a:ln w="0">
            <a:noFill/>
            <a:prstDash val="solid"/>
          </a:ln>
        </p:spPr>
      </p:sp>
      <p:sp>
        <p:nvSpPr>
          <p:cNvPr id="43" name="flow-39">
            <a:extLst>
              <a:ext uri="{FF2B5EF4-FFF2-40B4-BE49-F238E27FC236}">
                <a16:creationId xmlns:a16="http://schemas.microsoft.com/office/drawing/2014/main" id="{AF6011E7-B364-48DB-9738-5DCE42402E3B}"/>
              </a:ext>
            </a:extLst>
          </p:cNvPr>
          <p:cNvSpPr>
            <a:spLocks noGrp="1"/>
          </p:cNvSpPr>
          <p:nvPr/>
        </p:nvSpPr>
        <p:spPr>
          <a:xfrm>
            <a:off x="1221763" y="3982359"/>
            <a:ext cx="654336" cy="4039"/>
          </a:xfrm>
          <a:custGeom>
            <a:avLst/>
            <a:gdLst/>
            <a:ahLst/>
            <a:cxnLst/>
            <a:rect l="0" t="0" r="0" b="0"/>
            <a:pathLst>
              <a:path w="1543050" h="9525">
                <a:moveTo>
                  <a:pt x="0" y="0"/>
                </a:moveTo>
                <a:lnTo>
                  <a:pt x="1543050" y="0"/>
                </a:lnTo>
              </a:path>
            </a:pathLst>
          </a:custGeom>
          <a:noFill/>
          <a:ln w="18098">
            <a:solidFill>
              <a:srgbClr val="436DBB"/>
            </a:solidFill>
            <a:prstDash val="solid"/>
          </a:ln>
        </p:spPr>
      </p:sp>
      <p:sp>
        <p:nvSpPr>
          <p:cNvPr id="44" name="arrow-39">
            <a:extLst>
              <a:ext uri="{FF2B5EF4-FFF2-40B4-BE49-F238E27FC236}">
                <a16:creationId xmlns:a16="http://schemas.microsoft.com/office/drawing/2014/main" id="{E0182227-DB80-4608-85D3-28DFBE9A8315}"/>
              </a:ext>
            </a:extLst>
          </p:cNvPr>
          <p:cNvSpPr>
            <a:spLocks noGrp="1"/>
          </p:cNvSpPr>
          <p:nvPr/>
        </p:nvSpPr>
        <p:spPr>
          <a:xfrm>
            <a:off x="1854107" y="3962164"/>
            <a:ext cx="40391" cy="36352"/>
          </a:xfrm>
          <a:custGeom>
            <a:avLst/>
            <a:gdLst/>
            <a:ahLst/>
            <a:cxnLst/>
            <a:rect l="0" t="0" r="0" b="0"/>
            <a:pathLst>
              <a:path w="95250" h="85725">
                <a:moveTo>
                  <a:pt x="95250" y="42863"/>
                </a:moveTo>
                <a:lnTo>
                  <a:pt x="0" y="0"/>
                </a:lnTo>
                <a:lnTo>
                  <a:pt x="0" y="85725"/>
                </a:lnTo>
                <a:close/>
              </a:path>
            </a:pathLst>
          </a:custGeom>
          <a:solidFill>
            <a:srgbClr val="436DBB"/>
          </a:solidFill>
          <a:ln w="953">
            <a:solidFill>
              <a:srgbClr val="436DBB"/>
            </a:solidFill>
          </a:ln>
        </p:spPr>
      </p:sp>
      <p:sp>
        <p:nvSpPr>
          <p:cNvPr id="46" name="arrow-40">
            <a:extLst>
              <a:ext uri="{FF2B5EF4-FFF2-40B4-BE49-F238E27FC236}">
                <a16:creationId xmlns:a16="http://schemas.microsoft.com/office/drawing/2014/main" id="{408878A5-F89F-42BC-AA3C-03489F4EF86E}"/>
              </a:ext>
            </a:extLst>
          </p:cNvPr>
          <p:cNvSpPr>
            <a:spLocks noGrp="1"/>
          </p:cNvSpPr>
          <p:nvPr/>
        </p:nvSpPr>
        <p:spPr>
          <a:xfrm>
            <a:off x="1181371" y="4489861"/>
            <a:ext cx="40391" cy="36352"/>
          </a:xfrm>
          <a:custGeom>
            <a:avLst/>
            <a:gdLst/>
            <a:ahLst/>
            <a:cxnLst/>
            <a:rect l="0" t="0" r="0" b="0"/>
            <a:pathLst>
              <a:path w="95250" h="85725">
                <a:moveTo>
                  <a:pt x="0" y="42863"/>
                </a:moveTo>
                <a:lnTo>
                  <a:pt x="95250" y="85725"/>
                </a:lnTo>
                <a:lnTo>
                  <a:pt x="95250" y="0"/>
                </a:lnTo>
                <a:close/>
              </a:path>
            </a:pathLst>
          </a:custGeom>
          <a:solidFill>
            <a:schemeClr val="accent2"/>
          </a:solidFill>
          <a:ln w="953">
            <a:solidFill>
              <a:srgbClr val="243247"/>
            </a:solidFill>
          </a:ln>
        </p:spPr>
      </p:sp>
      <p:sp>
        <p:nvSpPr>
          <p:cNvPr id="47" name="text-41">
            <a:extLst>
              <a:ext uri="{FF2B5EF4-FFF2-40B4-BE49-F238E27FC236}">
                <a16:creationId xmlns:a16="http://schemas.microsoft.com/office/drawing/2014/main" id="{F413012A-8D43-4B00-A8F6-87DC53DACEBD}"/>
              </a:ext>
            </a:extLst>
          </p:cNvPr>
          <p:cNvSpPr>
            <a:spLocks noGrp="1"/>
          </p:cNvSpPr>
          <p:nvPr/>
        </p:nvSpPr>
        <p:spPr>
          <a:xfrm>
            <a:off x="1173293" y="4679031"/>
            <a:ext cx="727040" cy="1857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b="0" i="0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350" b="0" i="0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572" dirty="0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rPr>
              <a:t>Shared flow ID</a:t>
            </a:r>
          </a:p>
          <a:p>
            <a:pPr algn="ctr">
              <a:defRPr sz="1350" b="0" i="0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572" dirty="0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rPr>
              <a:t>across all views</a:t>
            </a:r>
          </a:p>
        </p:txBody>
      </p:sp>
      <p:sp>
        <p:nvSpPr>
          <p:cNvPr id="48" name="module-42">
            <a:extLst>
              <a:ext uri="{FF2B5EF4-FFF2-40B4-BE49-F238E27FC236}">
                <a16:creationId xmlns:a16="http://schemas.microsoft.com/office/drawing/2014/main" id="{A373F69F-7DF7-461E-9A11-5A004EB0283F}"/>
              </a:ext>
            </a:extLst>
          </p:cNvPr>
          <p:cNvSpPr>
            <a:spLocks noGrp="1"/>
          </p:cNvSpPr>
          <p:nvPr/>
        </p:nvSpPr>
        <p:spPr>
          <a:xfrm>
            <a:off x="2219424" y="1732573"/>
            <a:ext cx="2831419" cy="965348"/>
          </a:xfrm>
          <a:prstGeom prst="roundRect">
            <a:avLst>
              <a:gd name="adj" fmla="val 4184"/>
            </a:avLst>
          </a:prstGeom>
          <a:solidFill>
            <a:srgbClr val="FFFFFF"/>
          </a:solidFill>
          <a:ln w="15240">
            <a:solidFill>
              <a:srgbClr val="243247"/>
            </a:solidFill>
            <a:prstDash val="solid"/>
          </a:ln>
        </p:spPr>
      </p:sp>
      <p:sp>
        <p:nvSpPr>
          <p:cNvPr id="49" name="text-43">
            <a:extLst>
              <a:ext uri="{FF2B5EF4-FFF2-40B4-BE49-F238E27FC236}">
                <a16:creationId xmlns:a16="http://schemas.microsoft.com/office/drawing/2014/main" id="{2D279B8F-C132-4C33-8EBA-9E6258255640}"/>
              </a:ext>
            </a:extLst>
          </p:cNvPr>
          <p:cNvSpPr>
            <a:spLocks noGrp="1"/>
          </p:cNvSpPr>
          <p:nvPr/>
        </p:nvSpPr>
        <p:spPr>
          <a:xfrm>
            <a:off x="2275970" y="1764885"/>
            <a:ext cx="2774872" cy="13733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875" b="1" i="0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875" b="1" i="0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95" b="1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rPr>
              <a:t>Byte-sequence view: TrafficFormer</a:t>
            </a:r>
          </a:p>
        </p:txBody>
      </p:sp>
      <p:sp>
        <p:nvSpPr>
          <p:cNvPr id="50" name="text-44">
            <a:extLst>
              <a:ext uri="{FF2B5EF4-FFF2-40B4-BE49-F238E27FC236}">
                <a16:creationId xmlns:a16="http://schemas.microsoft.com/office/drawing/2014/main" id="{42AED3BC-9522-48A5-9A27-1ABB44EA96E3}"/>
              </a:ext>
            </a:extLst>
          </p:cNvPr>
          <p:cNvSpPr>
            <a:spLocks noGrp="1"/>
          </p:cNvSpPr>
          <p:nvPr/>
        </p:nvSpPr>
        <p:spPr>
          <a:xfrm>
            <a:off x="2288088" y="2512122"/>
            <a:ext cx="2750637" cy="12925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425" b="0" i="0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425" b="0" i="0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04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rPr>
              <a:t>First 5 packets, 64 bytes per packet, byte-bigram tokens</a:t>
            </a:r>
          </a:p>
        </p:txBody>
      </p:sp>
      <p:sp>
        <p:nvSpPr>
          <p:cNvPr id="51" name="module-45">
            <a:extLst>
              <a:ext uri="{FF2B5EF4-FFF2-40B4-BE49-F238E27FC236}">
                <a16:creationId xmlns:a16="http://schemas.microsoft.com/office/drawing/2014/main" id="{3A4FBAD9-4561-411B-B90C-00209D762795}"/>
              </a:ext>
            </a:extLst>
          </p:cNvPr>
          <p:cNvSpPr>
            <a:spLocks noGrp="1"/>
          </p:cNvSpPr>
          <p:nvPr/>
        </p:nvSpPr>
        <p:spPr>
          <a:xfrm>
            <a:off x="2229302" y="2779713"/>
            <a:ext cx="2821540" cy="965348"/>
          </a:xfrm>
          <a:prstGeom prst="roundRect">
            <a:avLst>
              <a:gd name="adj" fmla="val 4184"/>
            </a:avLst>
          </a:prstGeom>
          <a:solidFill>
            <a:srgbClr val="FFFFFF"/>
          </a:solidFill>
          <a:ln w="15240">
            <a:solidFill>
              <a:srgbClr val="243247"/>
            </a:solidFill>
            <a:prstDash val="solid"/>
          </a:ln>
        </p:spPr>
        <p:txBody>
          <a:bodyPr/>
          <a:lstStyle/>
          <a:p>
            <a:endParaRPr lang="zh-CN" altLang="en-US" sz="1219" dirty="0"/>
          </a:p>
        </p:txBody>
      </p:sp>
      <p:sp>
        <p:nvSpPr>
          <p:cNvPr id="52" name="text-46">
            <a:extLst>
              <a:ext uri="{FF2B5EF4-FFF2-40B4-BE49-F238E27FC236}">
                <a16:creationId xmlns:a16="http://schemas.microsoft.com/office/drawing/2014/main" id="{61DBE5F2-FEEA-4041-821A-DE1E729F9B28}"/>
              </a:ext>
            </a:extLst>
          </p:cNvPr>
          <p:cNvSpPr>
            <a:spLocks noGrp="1"/>
          </p:cNvSpPr>
          <p:nvPr/>
        </p:nvSpPr>
        <p:spPr>
          <a:xfrm>
            <a:off x="2275970" y="2811016"/>
            <a:ext cx="2774872" cy="13733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875" b="1" i="0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875" b="1" i="0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95" b="1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rPr>
              <a:t>Packet-interaction view: FIG / TAGCN</a:t>
            </a:r>
          </a:p>
        </p:txBody>
      </p:sp>
      <p:sp>
        <p:nvSpPr>
          <p:cNvPr id="53" name="text-47">
            <a:extLst>
              <a:ext uri="{FF2B5EF4-FFF2-40B4-BE49-F238E27FC236}">
                <a16:creationId xmlns:a16="http://schemas.microsoft.com/office/drawing/2014/main" id="{3612CB97-FCAB-46D2-85A1-895FAD62AF12}"/>
              </a:ext>
            </a:extLst>
          </p:cNvPr>
          <p:cNvSpPr>
            <a:spLocks noGrp="1"/>
          </p:cNvSpPr>
          <p:nvPr/>
        </p:nvSpPr>
        <p:spPr>
          <a:xfrm>
            <a:off x="2288088" y="3558252"/>
            <a:ext cx="2750637" cy="12925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425" b="0" i="0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425" b="0" i="0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04" dirty="0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rPr>
              <a:t>First 30 packets, direction-defined bursts, 7 node features</a:t>
            </a:r>
          </a:p>
        </p:txBody>
      </p:sp>
      <p:sp>
        <p:nvSpPr>
          <p:cNvPr id="54" name="module-48">
            <a:extLst>
              <a:ext uri="{FF2B5EF4-FFF2-40B4-BE49-F238E27FC236}">
                <a16:creationId xmlns:a16="http://schemas.microsoft.com/office/drawing/2014/main" id="{8A9EE491-C82A-48B6-ADAB-96CF5744AFEA}"/>
              </a:ext>
            </a:extLst>
          </p:cNvPr>
          <p:cNvSpPr>
            <a:spLocks noGrp="1"/>
          </p:cNvSpPr>
          <p:nvPr/>
        </p:nvSpPr>
        <p:spPr>
          <a:xfrm>
            <a:off x="2239619" y="3840990"/>
            <a:ext cx="2811224" cy="965348"/>
          </a:xfrm>
          <a:prstGeom prst="roundRect">
            <a:avLst>
              <a:gd name="adj" fmla="val 4184"/>
            </a:avLst>
          </a:prstGeom>
          <a:solidFill>
            <a:srgbClr val="FFFFFF"/>
          </a:solidFill>
          <a:ln w="15240">
            <a:solidFill>
              <a:srgbClr val="243247"/>
            </a:solidFill>
            <a:prstDash val="solid"/>
          </a:ln>
        </p:spPr>
      </p:sp>
      <p:sp>
        <p:nvSpPr>
          <p:cNvPr id="55" name="text-49">
            <a:extLst>
              <a:ext uri="{FF2B5EF4-FFF2-40B4-BE49-F238E27FC236}">
                <a16:creationId xmlns:a16="http://schemas.microsoft.com/office/drawing/2014/main" id="{9AD5EB64-7DB3-463E-801A-CE00B1D82828}"/>
              </a:ext>
            </a:extLst>
          </p:cNvPr>
          <p:cNvSpPr>
            <a:spLocks noGrp="1"/>
          </p:cNvSpPr>
          <p:nvPr/>
        </p:nvSpPr>
        <p:spPr>
          <a:xfrm>
            <a:off x="2275970" y="3857146"/>
            <a:ext cx="2774872" cy="13733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875" b="1" i="0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875" b="1" i="0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95" b="1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rPr>
              <a:t>Byte-image view: YaTC</a:t>
            </a:r>
          </a:p>
        </p:txBody>
      </p:sp>
      <p:sp>
        <p:nvSpPr>
          <p:cNvPr id="56" name="text-50">
            <a:extLst>
              <a:ext uri="{FF2B5EF4-FFF2-40B4-BE49-F238E27FC236}">
                <a16:creationId xmlns:a16="http://schemas.microsoft.com/office/drawing/2014/main" id="{0961E4EF-42D6-44B2-9EB6-9D0457278417}"/>
              </a:ext>
            </a:extLst>
          </p:cNvPr>
          <p:cNvSpPr>
            <a:spLocks noGrp="1"/>
          </p:cNvSpPr>
          <p:nvPr/>
        </p:nvSpPr>
        <p:spPr>
          <a:xfrm>
            <a:off x="2288088" y="4604383"/>
            <a:ext cx="2750637" cy="12925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425" b="0" i="0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425" b="0" i="0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04" dirty="0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rPr>
              <a:t>5 packets × (80-byte header + 240-byte payload)</a:t>
            </a:r>
          </a:p>
        </p:txBody>
      </p:sp>
      <p:sp>
        <p:nvSpPr>
          <p:cNvPr id="57" name="flow-51">
            <a:extLst>
              <a:ext uri="{FF2B5EF4-FFF2-40B4-BE49-F238E27FC236}">
                <a16:creationId xmlns:a16="http://schemas.microsoft.com/office/drawing/2014/main" id="{ED96CACF-4A71-4924-B28F-7434F43C0D9B}"/>
              </a:ext>
            </a:extLst>
          </p:cNvPr>
          <p:cNvSpPr>
            <a:spLocks noGrp="1"/>
          </p:cNvSpPr>
          <p:nvPr/>
        </p:nvSpPr>
        <p:spPr>
          <a:xfrm>
            <a:off x="1977077" y="2217266"/>
            <a:ext cx="242347" cy="1046131"/>
          </a:xfrm>
          <a:custGeom>
            <a:avLst/>
            <a:gdLst/>
            <a:ahLst/>
            <a:cxnLst/>
            <a:rect l="0" t="0" r="0" b="0"/>
            <a:pathLst>
              <a:path w="542925" h="3228975">
                <a:moveTo>
                  <a:pt x="0" y="3228975"/>
                </a:moveTo>
                <a:lnTo>
                  <a:pt x="142875" y="3228975"/>
                </a:lnTo>
                <a:lnTo>
                  <a:pt x="142875" y="0"/>
                </a:lnTo>
                <a:lnTo>
                  <a:pt x="542925" y="0"/>
                </a:lnTo>
              </a:path>
            </a:pathLst>
          </a:custGeom>
          <a:noFill/>
          <a:ln w="18098">
            <a:solidFill>
              <a:srgbClr val="243247"/>
            </a:solidFill>
            <a:prstDash val="solid"/>
          </a:ln>
        </p:spPr>
      </p:sp>
      <p:sp>
        <p:nvSpPr>
          <p:cNvPr id="58" name="arrow-51">
            <a:extLst>
              <a:ext uri="{FF2B5EF4-FFF2-40B4-BE49-F238E27FC236}">
                <a16:creationId xmlns:a16="http://schemas.microsoft.com/office/drawing/2014/main" id="{6ECB6B7E-5B2B-480C-B811-53923B5BEABD}"/>
              </a:ext>
            </a:extLst>
          </p:cNvPr>
          <p:cNvSpPr>
            <a:spLocks noGrp="1"/>
          </p:cNvSpPr>
          <p:nvPr/>
        </p:nvSpPr>
        <p:spPr>
          <a:xfrm>
            <a:off x="2179033" y="2199091"/>
            <a:ext cx="40391" cy="36352"/>
          </a:xfrm>
          <a:custGeom>
            <a:avLst/>
            <a:gdLst/>
            <a:ahLst/>
            <a:cxnLst/>
            <a:rect l="0" t="0" r="0" b="0"/>
            <a:pathLst>
              <a:path w="95250" h="85725">
                <a:moveTo>
                  <a:pt x="95250" y="42863"/>
                </a:moveTo>
                <a:lnTo>
                  <a:pt x="0" y="0"/>
                </a:lnTo>
                <a:lnTo>
                  <a:pt x="0" y="85725"/>
                </a:lnTo>
                <a:close/>
              </a:path>
            </a:pathLst>
          </a:custGeom>
          <a:solidFill>
            <a:srgbClr val="243247"/>
          </a:solidFill>
          <a:ln w="953">
            <a:solidFill>
              <a:srgbClr val="243247"/>
            </a:solidFill>
          </a:ln>
        </p:spPr>
      </p:sp>
      <p:sp>
        <p:nvSpPr>
          <p:cNvPr id="59" name="flow-52">
            <a:extLst>
              <a:ext uri="{FF2B5EF4-FFF2-40B4-BE49-F238E27FC236}">
                <a16:creationId xmlns:a16="http://schemas.microsoft.com/office/drawing/2014/main" id="{CE907BCD-7C1B-4770-BFF9-CFE9C67D4E12}"/>
              </a:ext>
            </a:extLst>
          </p:cNvPr>
          <p:cNvSpPr>
            <a:spLocks noGrp="1"/>
          </p:cNvSpPr>
          <p:nvPr/>
        </p:nvSpPr>
        <p:spPr>
          <a:xfrm>
            <a:off x="2041103" y="3263397"/>
            <a:ext cx="181760" cy="323129"/>
          </a:xfrm>
          <a:custGeom>
            <a:avLst/>
            <a:gdLst/>
            <a:ahLst/>
            <a:cxnLst/>
            <a:rect l="0" t="0" r="0" b="0"/>
            <a:pathLst>
              <a:path w="400050" h="762000">
                <a:moveTo>
                  <a:pt x="0" y="762000"/>
                </a:moveTo>
                <a:lnTo>
                  <a:pt x="0" y="0"/>
                </a:lnTo>
                <a:lnTo>
                  <a:pt x="400050" y="0"/>
                </a:lnTo>
              </a:path>
            </a:pathLst>
          </a:custGeom>
          <a:noFill/>
          <a:ln w="18098">
            <a:solidFill>
              <a:srgbClr val="243247"/>
            </a:solidFill>
            <a:prstDash val="solid"/>
          </a:ln>
        </p:spPr>
      </p:sp>
      <p:sp>
        <p:nvSpPr>
          <p:cNvPr id="60" name="arrow-52">
            <a:extLst>
              <a:ext uri="{FF2B5EF4-FFF2-40B4-BE49-F238E27FC236}">
                <a16:creationId xmlns:a16="http://schemas.microsoft.com/office/drawing/2014/main" id="{A45D3BC5-0CBC-4A83-9FC7-1E0956CD277A}"/>
              </a:ext>
            </a:extLst>
          </p:cNvPr>
          <p:cNvSpPr>
            <a:spLocks noGrp="1"/>
          </p:cNvSpPr>
          <p:nvPr/>
        </p:nvSpPr>
        <p:spPr>
          <a:xfrm>
            <a:off x="2179033" y="3245221"/>
            <a:ext cx="40391" cy="36352"/>
          </a:xfrm>
          <a:custGeom>
            <a:avLst/>
            <a:gdLst/>
            <a:ahLst/>
            <a:cxnLst/>
            <a:rect l="0" t="0" r="0" b="0"/>
            <a:pathLst>
              <a:path w="95250" h="85725">
                <a:moveTo>
                  <a:pt x="95250" y="42863"/>
                </a:moveTo>
                <a:lnTo>
                  <a:pt x="0" y="0"/>
                </a:lnTo>
                <a:lnTo>
                  <a:pt x="0" y="85725"/>
                </a:lnTo>
                <a:close/>
              </a:path>
            </a:pathLst>
          </a:custGeom>
          <a:solidFill>
            <a:srgbClr val="243247"/>
          </a:solidFill>
          <a:ln w="953">
            <a:solidFill>
              <a:srgbClr val="243247"/>
            </a:solidFill>
          </a:ln>
        </p:spPr>
      </p:sp>
      <p:sp>
        <p:nvSpPr>
          <p:cNvPr id="61" name="flow-53">
            <a:extLst>
              <a:ext uri="{FF2B5EF4-FFF2-40B4-BE49-F238E27FC236}">
                <a16:creationId xmlns:a16="http://schemas.microsoft.com/office/drawing/2014/main" id="{330E1FD8-5637-4D46-B367-67C1DC068754}"/>
              </a:ext>
            </a:extLst>
          </p:cNvPr>
          <p:cNvSpPr>
            <a:spLocks noGrp="1"/>
          </p:cNvSpPr>
          <p:nvPr/>
        </p:nvSpPr>
        <p:spPr>
          <a:xfrm>
            <a:off x="2041024" y="3586526"/>
            <a:ext cx="178399" cy="723002"/>
          </a:xfrm>
          <a:custGeom>
            <a:avLst/>
            <a:gdLst/>
            <a:ahLst/>
            <a:cxnLst/>
            <a:rect l="0" t="0" r="0" b="0"/>
            <a:pathLst>
              <a:path w="400050" h="1704975">
                <a:moveTo>
                  <a:pt x="0" y="0"/>
                </a:moveTo>
                <a:lnTo>
                  <a:pt x="0" y="1704975"/>
                </a:lnTo>
                <a:lnTo>
                  <a:pt x="400050" y="1704975"/>
                </a:lnTo>
              </a:path>
            </a:pathLst>
          </a:custGeom>
          <a:noFill/>
          <a:ln w="18098">
            <a:solidFill>
              <a:srgbClr val="243247"/>
            </a:solidFill>
            <a:prstDash val="solid"/>
          </a:ln>
        </p:spPr>
      </p:sp>
      <p:sp>
        <p:nvSpPr>
          <p:cNvPr id="62" name="arrow-53">
            <a:extLst>
              <a:ext uri="{FF2B5EF4-FFF2-40B4-BE49-F238E27FC236}">
                <a16:creationId xmlns:a16="http://schemas.microsoft.com/office/drawing/2014/main" id="{E2DC55D0-1D0F-4ECD-AFE6-3277D2C91F9E}"/>
              </a:ext>
            </a:extLst>
          </p:cNvPr>
          <p:cNvSpPr>
            <a:spLocks noGrp="1"/>
          </p:cNvSpPr>
          <p:nvPr/>
        </p:nvSpPr>
        <p:spPr>
          <a:xfrm>
            <a:off x="2179033" y="4291351"/>
            <a:ext cx="40391" cy="36352"/>
          </a:xfrm>
          <a:custGeom>
            <a:avLst/>
            <a:gdLst/>
            <a:ahLst/>
            <a:cxnLst/>
            <a:rect l="0" t="0" r="0" b="0"/>
            <a:pathLst>
              <a:path w="95250" h="85725">
                <a:moveTo>
                  <a:pt x="95250" y="42863"/>
                </a:moveTo>
                <a:lnTo>
                  <a:pt x="0" y="0"/>
                </a:lnTo>
                <a:lnTo>
                  <a:pt x="0" y="85725"/>
                </a:lnTo>
                <a:close/>
              </a:path>
            </a:pathLst>
          </a:custGeom>
          <a:solidFill>
            <a:srgbClr val="243247"/>
          </a:solidFill>
          <a:ln w="953">
            <a:solidFill>
              <a:srgbClr val="243247"/>
            </a:solidFill>
          </a:ln>
        </p:spPr>
      </p:sp>
      <p:sp>
        <p:nvSpPr>
          <p:cNvPr id="63" name="text-54">
            <a:extLst>
              <a:ext uri="{FF2B5EF4-FFF2-40B4-BE49-F238E27FC236}">
                <a16:creationId xmlns:a16="http://schemas.microsoft.com/office/drawing/2014/main" id="{E193FF76-3212-432A-BAD6-2D952DFC047F}"/>
              </a:ext>
            </a:extLst>
          </p:cNvPr>
          <p:cNvSpPr>
            <a:spLocks noGrp="1"/>
          </p:cNvSpPr>
          <p:nvPr/>
        </p:nvSpPr>
        <p:spPr>
          <a:xfrm>
            <a:off x="2332518" y="1934528"/>
            <a:ext cx="626063" cy="10097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500" b="0" i="0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500" b="0" i="0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36" dirty="0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rPr>
              <a:t>Flow tokens</a:t>
            </a:r>
          </a:p>
        </p:txBody>
      </p:sp>
      <p:sp>
        <p:nvSpPr>
          <p:cNvPr id="64" name="module-55">
            <a:extLst>
              <a:ext uri="{FF2B5EF4-FFF2-40B4-BE49-F238E27FC236}">
                <a16:creationId xmlns:a16="http://schemas.microsoft.com/office/drawing/2014/main" id="{198EE6A9-DF80-4955-B163-D201B88F5CD5}"/>
              </a:ext>
            </a:extLst>
          </p:cNvPr>
          <p:cNvSpPr>
            <a:spLocks noGrp="1"/>
          </p:cNvSpPr>
          <p:nvPr/>
        </p:nvSpPr>
        <p:spPr>
          <a:xfrm>
            <a:off x="2320401" y="2112249"/>
            <a:ext cx="133291" cy="113095"/>
          </a:xfrm>
          <a:prstGeom prst="roundRect">
            <a:avLst>
              <a:gd name="adj" fmla="val 3571"/>
            </a:avLst>
          </a:prstGeom>
          <a:solidFill>
            <a:srgbClr val="AFC0E6"/>
          </a:solidFill>
          <a:ln w="0">
            <a:noFill/>
            <a:prstDash val="solid"/>
          </a:ln>
        </p:spPr>
      </p:sp>
      <p:sp>
        <p:nvSpPr>
          <p:cNvPr id="65" name="text-56">
            <a:extLst>
              <a:ext uri="{FF2B5EF4-FFF2-40B4-BE49-F238E27FC236}">
                <a16:creationId xmlns:a16="http://schemas.microsoft.com/office/drawing/2014/main" id="{4942BCD1-826C-4829-978C-9C5807E332B5}"/>
              </a:ext>
            </a:extLst>
          </p:cNvPr>
          <p:cNvSpPr>
            <a:spLocks noGrp="1"/>
          </p:cNvSpPr>
          <p:nvPr/>
        </p:nvSpPr>
        <p:spPr>
          <a:xfrm>
            <a:off x="2320401" y="2112249"/>
            <a:ext cx="133291" cy="11309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125" b="0" i="0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125" b="0" i="0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477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rPr>
              <a:t>CLS</a:t>
            </a:r>
          </a:p>
        </p:txBody>
      </p:sp>
      <p:sp>
        <p:nvSpPr>
          <p:cNvPr id="66" name="module-57">
            <a:extLst>
              <a:ext uri="{FF2B5EF4-FFF2-40B4-BE49-F238E27FC236}">
                <a16:creationId xmlns:a16="http://schemas.microsoft.com/office/drawing/2014/main" id="{50D09280-67BF-4971-8E3B-068CEB61C61C}"/>
              </a:ext>
            </a:extLst>
          </p:cNvPr>
          <p:cNvSpPr>
            <a:spLocks noGrp="1"/>
          </p:cNvSpPr>
          <p:nvPr/>
        </p:nvSpPr>
        <p:spPr>
          <a:xfrm>
            <a:off x="2473888" y="2112249"/>
            <a:ext cx="133291" cy="113095"/>
          </a:xfrm>
          <a:prstGeom prst="roundRect">
            <a:avLst>
              <a:gd name="adj" fmla="val 3571"/>
            </a:avLst>
          </a:prstGeom>
          <a:solidFill>
            <a:srgbClr val="AFC0E6"/>
          </a:solidFill>
          <a:ln w="0">
            <a:noFill/>
            <a:prstDash val="solid"/>
          </a:ln>
        </p:spPr>
      </p:sp>
      <p:sp>
        <p:nvSpPr>
          <p:cNvPr id="67" name="text-58">
            <a:extLst>
              <a:ext uri="{FF2B5EF4-FFF2-40B4-BE49-F238E27FC236}">
                <a16:creationId xmlns:a16="http://schemas.microsoft.com/office/drawing/2014/main" id="{DBCE92D7-CE10-414F-A548-E2A22A199220}"/>
              </a:ext>
            </a:extLst>
          </p:cNvPr>
          <p:cNvSpPr>
            <a:spLocks noGrp="1"/>
          </p:cNvSpPr>
          <p:nvPr/>
        </p:nvSpPr>
        <p:spPr>
          <a:xfrm>
            <a:off x="2473888" y="2112249"/>
            <a:ext cx="133291" cy="11309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125" b="0" i="0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125" b="0" i="0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477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rPr>
              <a:t>b₁</a:t>
            </a:r>
          </a:p>
        </p:txBody>
      </p:sp>
      <p:sp>
        <p:nvSpPr>
          <p:cNvPr id="68" name="module-59">
            <a:extLst>
              <a:ext uri="{FF2B5EF4-FFF2-40B4-BE49-F238E27FC236}">
                <a16:creationId xmlns:a16="http://schemas.microsoft.com/office/drawing/2014/main" id="{2D3979F3-4DAF-45E8-B4C1-5A21012F0BE0}"/>
              </a:ext>
            </a:extLst>
          </p:cNvPr>
          <p:cNvSpPr>
            <a:spLocks noGrp="1"/>
          </p:cNvSpPr>
          <p:nvPr/>
        </p:nvSpPr>
        <p:spPr>
          <a:xfrm>
            <a:off x="2627374" y="2112249"/>
            <a:ext cx="133291" cy="113095"/>
          </a:xfrm>
          <a:prstGeom prst="roundRect">
            <a:avLst>
              <a:gd name="adj" fmla="val 3571"/>
            </a:avLst>
          </a:prstGeom>
          <a:solidFill>
            <a:srgbClr val="AFC0E6"/>
          </a:solidFill>
          <a:ln w="0">
            <a:noFill/>
            <a:prstDash val="solid"/>
          </a:ln>
        </p:spPr>
      </p:sp>
      <p:sp>
        <p:nvSpPr>
          <p:cNvPr id="69" name="text-60">
            <a:extLst>
              <a:ext uri="{FF2B5EF4-FFF2-40B4-BE49-F238E27FC236}">
                <a16:creationId xmlns:a16="http://schemas.microsoft.com/office/drawing/2014/main" id="{4111EE9B-6FEF-4222-B29E-981D5F83C260}"/>
              </a:ext>
            </a:extLst>
          </p:cNvPr>
          <p:cNvSpPr>
            <a:spLocks noGrp="1"/>
          </p:cNvSpPr>
          <p:nvPr/>
        </p:nvSpPr>
        <p:spPr>
          <a:xfrm>
            <a:off x="2627374" y="2112249"/>
            <a:ext cx="133291" cy="11309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125" b="0" i="0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125" b="0" i="0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477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rPr>
              <a:t>b₂</a:t>
            </a:r>
          </a:p>
        </p:txBody>
      </p:sp>
      <p:sp>
        <p:nvSpPr>
          <p:cNvPr id="70" name="module-61">
            <a:extLst>
              <a:ext uri="{FF2B5EF4-FFF2-40B4-BE49-F238E27FC236}">
                <a16:creationId xmlns:a16="http://schemas.microsoft.com/office/drawing/2014/main" id="{279687D2-095E-4BA9-9EA5-4CB1008FB959}"/>
              </a:ext>
            </a:extLst>
          </p:cNvPr>
          <p:cNvSpPr>
            <a:spLocks noGrp="1"/>
          </p:cNvSpPr>
          <p:nvPr/>
        </p:nvSpPr>
        <p:spPr>
          <a:xfrm>
            <a:off x="2780860" y="2112249"/>
            <a:ext cx="133291" cy="113095"/>
          </a:xfrm>
          <a:prstGeom prst="roundRect">
            <a:avLst>
              <a:gd name="adj" fmla="val 3571"/>
            </a:avLst>
          </a:prstGeom>
          <a:solidFill>
            <a:srgbClr val="AFC0E6"/>
          </a:solidFill>
          <a:ln w="0">
            <a:noFill/>
            <a:prstDash val="solid"/>
          </a:ln>
        </p:spPr>
      </p:sp>
      <p:sp>
        <p:nvSpPr>
          <p:cNvPr id="71" name="text-62">
            <a:extLst>
              <a:ext uri="{FF2B5EF4-FFF2-40B4-BE49-F238E27FC236}">
                <a16:creationId xmlns:a16="http://schemas.microsoft.com/office/drawing/2014/main" id="{C4CAB21D-D9A8-4F32-99B3-9C6CEE7A957D}"/>
              </a:ext>
            </a:extLst>
          </p:cNvPr>
          <p:cNvSpPr>
            <a:spLocks noGrp="1"/>
          </p:cNvSpPr>
          <p:nvPr/>
        </p:nvSpPr>
        <p:spPr>
          <a:xfrm>
            <a:off x="2780860" y="2112249"/>
            <a:ext cx="133291" cy="11309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125" b="0" i="0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125" b="0" i="0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477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rPr>
              <a:t>…</a:t>
            </a:r>
          </a:p>
        </p:txBody>
      </p:sp>
      <p:sp>
        <p:nvSpPr>
          <p:cNvPr id="72" name="flow-63">
            <a:extLst>
              <a:ext uri="{FF2B5EF4-FFF2-40B4-BE49-F238E27FC236}">
                <a16:creationId xmlns:a16="http://schemas.microsoft.com/office/drawing/2014/main" id="{7A56FA78-E644-4C45-AF1C-03145E8B7F64}"/>
              </a:ext>
            </a:extLst>
          </p:cNvPr>
          <p:cNvSpPr>
            <a:spLocks noGrp="1"/>
          </p:cNvSpPr>
          <p:nvPr/>
        </p:nvSpPr>
        <p:spPr>
          <a:xfrm>
            <a:off x="2946464" y="2168797"/>
            <a:ext cx="105017" cy="4039"/>
          </a:xfrm>
          <a:custGeom>
            <a:avLst/>
            <a:gdLst/>
            <a:ahLst/>
            <a:cxnLst/>
            <a:rect l="0" t="0" r="0" b="0"/>
            <a:pathLst>
              <a:path w="247650" h="9525">
                <a:moveTo>
                  <a:pt x="0" y="0"/>
                </a:moveTo>
                <a:lnTo>
                  <a:pt x="247650" y="0"/>
                </a:lnTo>
              </a:path>
            </a:pathLst>
          </a:custGeom>
          <a:noFill/>
          <a:ln w="18098">
            <a:solidFill>
              <a:srgbClr val="243247"/>
            </a:solidFill>
            <a:prstDash val="solid"/>
          </a:ln>
        </p:spPr>
      </p:sp>
      <p:sp>
        <p:nvSpPr>
          <p:cNvPr id="73" name="arrow-63">
            <a:extLst>
              <a:ext uri="{FF2B5EF4-FFF2-40B4-BE49-F238E27FC236}">
                <a16:creationId xmlns:a16="http://schemas.microsoft.com/office/drawing/2014/main" id="{BD8E40A1-E293-4D12-B311-FBFE34BC0E3B}"/>
              </a:ext>
            </a:extLst>
          </p:cNvPr>
          <p:cNvSpPr>
            <a:spLocks noGrp="1"/>
          </p:cNvSpPr>
          <p:nvPr/>
        </p:nvSpPr>
        <p:spPr>
          <a:xfrm>
            <a:off x="3011090" y="2150621"/>
            <a:ext cx="40391" cy="36352"/>
          </a:xfrm>
          <a:custGeom>
            <a:avLst/>
            <a:gdLst/>
            <a:ahLst/>
            <a:cxnLst/>
            <a:rect l="0" t="0" r="0" b="0"/>
            <a:pathLst>
              <a:path w="95250" h="85725">
                <a:moveTo>
                  <a:pt x="95250" y="42863"/>
                </a:moveTo>
                <a:lnTo>
                  <a:pt x="0" y="0"/>
                </a:lnTo>
                <a:lnTo>
                  <a:pt x="0" y="85725"/>
                </a:lnTo>
                <a:close/>
              </a:path>
            </a:pathLst>
          </a:custGeom>
          <a:solidFill>
            <a:srgbClr val="243247"/>
          </a:solidFill>
          <a:ln w="953">
            <a:solidFill>
              <a:srgbClr val="243247"/>
            </a:solidFill>
          </a:ln>
        </p:spPr>
      </p:sp>
      <p:sp>
        <p:nvSpPr>
          <p:cNvPr id="74" name="module-64">
            <a:extLst>
              <a:ext uri="{FF2B5EF4-FFF2-40B4-BE49-F238E27FC236}">
                <a16:creationId xmlns:a16="http://schemas.microsoft.com/office/drawing/2014/main" id="{C9EAA1E7-251A-426C-A360-C253D6BC9DB0}"/>
              </a:ext>
            </a:extLst>
          </p:cNvPr>
          <p:cNvSpPr>
            <a:spLocks noGrp="1"/>
          </p:cNvSpPr>
          <p:nvPr/>
        </p:nvSpPr>
        <p:spPr>
          <a:xfrm>
            <a:off x="3112067" y="2015310"/>
            <a:ext cx="64626" cy="64626"/>
          </a:xfrm>
          <a:prstGeom prst="rect">
            <a:avLst/>
          </a:prstGeom>
          <a:solidFill>
            <a:srgbClr val="436DBB"/>
          </a:solidFill>
          <a:ln w="0">
            <a:noFill/>
            <a:prstDash val="solid"/>
          </a:ln>
        </p:spPr>
      </p:sp>
      <p:sp>
        <p:nvSpPr>
          <p:cNvPr id="75" name="module-65">
            <a:extLst>
              <a:ext uri="{FF2B5EF4-FFF2-40B4-BE49-F238E27FC236}">
                <a16:creationId xmlns:a16="http://schemas.microsoft.com/office/drawing/2014/main" id="{E7B69926-784E-4403-9583-19CE65ADD260}"/>
              </a:ext>
            </a:extLst>
          </p:cNvPr>
          <p:cNvSpPr>
            <a:spLocks noGrp="1"/>
          </p:cNvSpPr>
          <p:nvPr/>
        </p:nvSpPr>
        <p:spPr>
          <a:xfrm>
            <a:off x="3112067" y="2096092"/>
            <a:ext cx="64626" cy="64626"/>
          </a:xfrm>
          <a:prstGeom prst="rect">
            <a:avLst/>
          </a:prstGeom>
          <a:solidFill>
            <a:srgbClr val="AFC0E6"/>
          </a:solidFill>
          <a:ln w="0">
            <a:noFill/>
            <a:prstDash val="solid"/>
          </a:ln>
        </p:spPr>
      </p:sp>
      <p:sp>
        <p:nvSpPr>
          <p:cNvPr id="76" name="module-66">
            <a:extLst>
              <a:ext uri="{FF2B5EF4-FFF2-40B4-BE49-F238E27FC236}">
                <a16:creationId xmlns:a16="http://schemas.microsoft.com/office/drawing/2014/main" id="{65C84A95-B5E2-4716-9F0A-3C4D3F1081A8}"/>
              </a:ext>
            </a:extLst>
          </p:cNvPr>
          <p:cNvSpPr>
            <a:spLocks noGrp="1"/>
          </p:cNvSpPr>
          <p:nvPr/>
        </p:nvSpPr>
        <p:spPr>
          <a:xfrm>
            <a:off x="3112067" y="2176875"/>
            <a:ext cx="64626" cy="64626"/>
          </a:xfrm>
          <a:prstGeom prst="rect">
            <a:avLst/>
          </a:prstGeom>
          <a:solidFill>
            <a:srgbClr val="AFC0E6"/>
          </a:solidFill>
          <a:ln w="0">
            <a:noFill/>
            <a:prstDash val="solid"/>
          </a:ln>
        </p:spPr>
      </p:sp>
      <p:sp>
        <p:nvSpPr>
          <p:cNvPr id="77" name="module-67">
            <a:extLst>
              <a:ext uri="{FF2B5EF4-FFF2-40B4-BE49-F238E27FC236}">
                <a16:creationId xmlns:a16="http://schemas.microsoft.com/office/drawing/2014/main" id="{0099374D-ABAE-458A-9BD1-FB800833DC0C}"/>
              </a:ext>
            </a:extLst>
          </p:cNvPr>
          <p:cNvSpPr>
            <a:spLocks noGrp="1"/>
          </p:cNvSpPr>
          <p:nvPr/>
        </p:nvSpPr>
        <p:spPr>
          <a:xfrm>
            <a:off x="3112067" y="2257657"/>
            <a:ext cx="64626" cy="64626"/>
          </a:xfrm>
          <a:prstGeom prst="rect">
            <a:avLst/>
          </a:prstGeom>
          <a:solidFill>
            <a:srgbClr val="AFC0E6"/>
          </a:solidFill>
          <a:ln w="0">
            <a:noFill/>
            <a:prstDash val="solid"/>
          </a:ln>
        </p:spPr>
      </p:sp>
      <p:sp>
        <p:nvSpPr>
          <p:cNvPr id="78" name="module-68">
            <a:extLst>
              <a:ext uri="{FF2B5EF4-FFF2-40B4-BE49-F238E27FC236}">
                <a16:creationId xmlns:a16="http://schemas.microsoft.com/office/drawing/2014/main" id="{F76A2EC7-F02B-4C94-901C-6660BC58E4DC}"/>
              </a:ext>
            </a:extLst>
          </p:cNvPr>
          <p:cNvSpPr>
            <a:spLocks noGrp="1"/>
          </p:cNvSpPr>
          <p:nvPr/>
        </p:nvSpPr>
        <p:spPr>
          <a:xfrm>
            <a:off x="3192850" y="2015310"/>
            <a:ext cx="64626" cy="64626"/>
          </a:xfrm>
          <a:prstGeom prst="rect">
            <a:avLst/>
          </a:prstGeom>
          <a:solidFill>
            <a:srgbClr val="AFC0E6"/>
          </a:solidFill>
          <a:ln w="0">
            <a:noFill/>
            <a:prstDash val="solid"/>
          </a:ln>
        </p:spPr>
      </p:sp>
      <p:sp>
        <p:nvSpPr>
          <p:cNvPr id="79" name="module-69">
            <a:extLst>
              <a:ext uri="{FF2B5EF4-FFF2-40B4-BE49-F238E27FC236}">
                <a16:creationId xmlns:a16="http://schemas.microsoft.com/office/drawing/2014/main" id="{B8F3ECB2-90DE-4277-917F-68811F3271DE}"/>
              </a:ext>
            </a:extLst>
          </p:cNvPr>
          <p:cNvSpPr>
            <a:spLocks noGrp="1"/>
          </p:cNvSpPr>
          <p:nvPr/>
        </p:nvSpPr>
        <p:spPr>
          <a:xfrm>
            <a:off x="3192850" y="2096092"/>
            <a:ext cx="64626" cy="64626"/>
          </a:xfrm>
          <a:prstGeom prst="rect">
            <a:avLst/>
          </a:prstGeom>
          <a:solidFill>
            <a:srgbClr val="436DBB"/>
          </a:solidFill>
          <a:ln w="0">
            <a:noFill/>
            <a:prstDash val="solid"/>
          </a:ln>
        </p:spPr>
      </p:sp>
      <p:sp>
        <p:nvSpPr>
          <p:cNvPr id="80" name="module-70">
            <a:extLst>
              <a:ext uri="{FF2B5EF4-FFF2-40B4-BE49-F238E27FC236}">
                <a16:creationId xmlns:a16="http://schemas.microsoft.com/office/drawing/2014/main" id="{DD153CCD-EA2C-4B49-98B3-C39B36AA9D0B}"/>
              </a:ext>
            </a:extLst>
          </p:cNvPr>
          <p:cNvSpPr>
            <a:spLocks noGrp="1"/>
          </p:cNvSpPr>
          <p:nvPr/>
        </p:nvSpPr>
        <p:spPr>
          <a:xfrm>
            <a:off x="3192850" y="2176875"/>
            <a:ext cx="64626" cy="64626"/>
          </a:xfrm>
          <a:prstGeom prst="rect">
            <a:avLst/>
          </a:prstGeom>
          <a:solidFill>
            <a:srgbClr val="AFC0E6"/>
          </a:solidFill>
          <a:ln w="0">
            <a:noFill/>
            <a:prstDash val="solid"/>
          </a:ln>
        </p:spPr>
      </p:sp>
      <p:sp>
        <p:nvSpPr>
          <p:cNvPr id="81" name="module-71">
            <a:extLst>
              <a:ext uri="{FF2B5EF4-FFF2-40B4-BE49-F238E27FC236}">
                <a16:creationId xmlns:a16="http://schemas.microsoft.com/office/drawing/2014/main" id="{F932EC4F-80B4-4B41-AAB4-AE8A1DD91805}"/>
              </a:ext>
            </a:extLst>
          </p:cNvPr>
          <p:cNvSpPr>
            <a:spLocks noGrp="1"/>
          </p:cNvSpPr>
          <p:nvPr/>
        </p:nvSpPr>
        <p:spPr>
          <a:xfrm>
            <a:off x="3192850" y="2257657"/>
            <a:ext cx="64626" cy="64626"/>
          </a:xfrm>
          <a:prstGeom prst="rect">
            <a:avLst/>
          </a:prstGeom>
          <a:solidFill>
            <a:srgbClr val="AFC0E6"/>
          </a:solidFill>
          <a:ln w="0">
            <a:noFill/>
            <a:prstDash val="solid"/>
          </a:ln>
        </p:spPr>
      </p:sp>
      <p:sp>
        <p:nvSpPr>
          <p:cNvPr id="82" name="module-72">
            <a:extLst>
              <a:ext uri="{FF2B5EF4-FFF2-40B4-BE49-F238E27FC236}">
                <a16:creationId xmlns:a16="http://schemas.microsoft.com/office/drawing/2014/main" id="{D3044C97-13EB-43D1-8023-FBA3E293099E}"/>
              </a:ext>
            </a:extLst>
          </p:cNvPr>
          <p:cNvSpPr>
            <a:spLocks noGrp="1"/>
          </p:cNvSpPr>
          <p:nvPr/>
        </p:nvSpPr>
        <p:spPr>
          <a:xfrm>
            <a:off x="3273632" y="2015310"/>
            <a:ext cx="64626" cy="64626"/>
          </a:xfrm>
          <a:prstGeom prst="rect">
            <a:avLst/>
          </a:prstGeom>
          <a:solidFill>
            <a:srgbClr val="AFC0E6"/>
          </a:solidFill>
          <a:ln w="0">
            <a:noFill/>
            <a:prstDash val="solid"/>
          </a:ln>
        </p:spPr>
      </p:sp>
      <p:sp>
        <p:nvSpPr>
          <p:cNvPr id="83" name="module-73">
            <a:extLst>
              <a:ext uri="{FF2B5EF4-FFF2-40B4-BE49-F238E27FC236}">
                <a16:creationId xmlns:a16="http://schemas.microsoft.com/office/drawing/2014/main" id="{D53568EF-3E81-4C4C-9647-644FED398438}"/>
              </a:ext>
            </a:extLst>
          </p:cNvPr>
          <p:cNvSpPr>
            <a:spLocks noGrp="1"/>
          </p:cNvSpPr>
          <p:nvPr/>
        </p:nvSpPr>
        <p:spPr>
          <a:xfrm>
            <a:off x="3273632" y="2096092"/>
            <a:ext cx="64626" cy="64626"/>
          </a:xfrm>
          <a:prstGeom prst="rect">
            <a:avLst/>
          </a:prstGeom>
          <a:solidFill>
            <a:srgbClr val="AFC0E6"/>
          </a:solidFill>
          <a:ln w="0">
            <a:noFill/>
            <a:prstDash val="solid"/>
          </a:ln>
        </p:spPr>
      </p:sp>
      <p:sp>
        <p:nvSpPr>
          <p:cNvPr id="84" name="module-74">
            <a:extLst>
              <a:ext uri="{FF2B5EF4-FFF2-40B4-BE49-F238E27FC236}">
                <a16:creationId xmlns:a16="http://schemas.microsoft.com/office/drawing/2014/main" id="{D75DB7A2-1FE1-4DAE-9C65-F925C00B7710}"/>
              </a:ext>
            </a:extLst>
          </p:cNvPr>
          <p:cNvSpPr>
            <a:spLocks noGrp="1"/>
          </p:cNvSpPr>
          <p:nvPr/>
        </p:nvSpPr>
        <p:spPr>
          <a:xfrm>
            <a:off x="3273632" y="2176875"/>
            <a:ext cx="64626" cy="64626"/>
          </a:xfrm>
          <a:prstGeom prst="rect">
            <a:avLst/>
          </a:prstGeom>
          <a:solidFill>
            <a:srgbClr val="436DBB"/>
          </a:solidFill>
          <a:ln w="0">
            <a:noFill/>
            <a:prstDash val="solid"/>
          </a:ln>
        </p:spPr>
      </p:sp>
      <p:sp>
        <p:nvSpPr>
          <p:cNvPr id="85" name="module-75">
            <a:extLst>
              <a:ext uri="{FF2B5EF4-FFF2-40B4-BE49-F238E27FC236}">
                <a16:creationId xmlns:a16="http://schemas.microsoft.com/office/drawing/2014/main" id="{BE7E3475-C059-47D3-B1F5-436E42744F0C}"/>
              </a:ext>
            </a:extLst>
          </p:cNvPr>
          <p:cNvSpPr>
            <a:spLocks noGrp="1"/>
          </p:cNvSpPr>
          <p:nvPr/>
        </p:nvSpPr>
        <p:spPr>
          <a:xfrm>
            <a:off x="3273632" y="2257657"/>
            <a:ext cx="64626" cy="64626"/>
          </a:xfrm>
          <a:prstGeom prst="rect">
            <a:avLst/>
          </a:prstGeom>
          <a:solidFill>
            <a:srgbClr val="AFC0E6"/>
          </a:solidFill>
          <a:ln w="0">
            <a:noFill/>
            <a:prstDash val="solid"/>
          </a:ln>
        </p:spPr>
      </p:sp>
      <p:sp>
        <p:nvSpPr>
          <p:cNvPr id="86" name="module-76">
            <a:extLst>
              <a:ext uri="{FF2B5EF4-FFF2-40B4-BE49-F238E27FC236}">
                <a16:creationId xmlns:a16="http://schemas.microsoft.com/office/drawing/2014/main" id="{4CA7B789-051B-4D06-8C62-EB172F94817C}"/>
              </a:ext>
            </a:extLst>
          </p:cNvPr>
          <p:cNvSpPr>
            <a:spLocks noGrp="1"/>
          </p:cNvSpPr>
          <p:nvPr/>
        </p:nvSpPr>
        <p:spPr>
          <a:xfrm>
            <a:off x="3354414" y="2015310"/>
            <a:ext cx="64626" cy="64626"/>
          </a:xfrm>
          <a:prstGeom prst="rect">
            <a:avLst/>
          </a:prstGeom>
          <a:solidFill>
            <a:srgbClr val="AFC0E6"/>
          </a:solidFill>
          <a:ln w="0">
            <a:noFill/>
            <a:prstDash val="solid"/>
          </a:ln>
        </p:spPr>
      </p:sp>
      <p:sp>
        <p:nvSpPr>
          <p:cNvPr id="87" name="module-77">
            <a:extLst>
              <a:ext uri="{FF2B5EF4-FFF2-40B4-BE49-F238E27FC236}">
                <a16:creationId xmlns:a16="http://schemas.microsoft.com/office/drawing/2014/main" id="{2822340B-31FA-4C17-A46F-A871367A3096}"/>
              </a:ext>
            </a:extLst>
          </p:cNvPr>
          <p:cNvSpPr>
            <a:spLocks noGrp="1"/>
          </p:cNvSpPr>
          <p:nvPr/>
        </p:nvSpPr>
        <p:spPr>
          <a:xfrm>
            <a:off x="3354414" y="2096092"/>
            <a:ext cx="64626" cy="64626"/>
          </a:xfrm>
          <a:prstGeom prst="rect">
            <a:avLst/>
          </a:prstGeom>
          <a:solidFill>
            <a:srgbClr val="AFC0E6"/>
          </a:solidFill>
          <a:ln w="0">
            <a:noFill/>
            <a:prstDash val="solid"/>
          </a:ln>
        </p:spPr>
      </p:sp>
      <p:sp>
        <p:nvSpPr>
          <p:cNvPr id="88" name="module-78">
            <a:extLst>
              <a:ext uri="{FF2B5EF4-FFF2-40B4-BE49-F238E27FC236}">
                <a16:creationId xmlns:a16="http://schemas.microsoft.com/office/drawing/2014/main" id="{263BB22E-08E8-43B6-A351-5362DFE94457}"/>
              </a:ext>
            </a:extLst>
          </p:cNvPr>
          <p:cNvSpPr>
            <a:spLocks noGrp="1"/>
          </p:cNvSpPr>
          <p:nvPr/>
        </p:nvSpPr>
        <p:spPr>
          <a:xfrm>
            <a:off x="3354414" y="2176875"/>
            <a:ext cx="64626" cy="64626"/>
          </a:xfrm>
          <a:prstGeom prst="rect">
            <a:avLst/>
          </a:prstGeom>
          <a:solidFill>
            <a:srgbClr val="AFC0E6"/>
          </a:solidFill>
          <a:ln w="0">
            <a:noFill/>
            <a:prstDash val="solid"/>
          </a:ln>
        </p:spPr>
      </p:sp>
      <p:sp>
        <p:nvSpPr>
          <p:cNvPr id="89" name="module-79">
            <a:extLst>
              <a:ext uri="{FF2B5EF4-FFF2-40B4-BE49-F238E27FC236}">
                <a16:creationId xmlns:a16="http://schemas.microsoft.com/office/drawing/2014/main" id="{24E6E05B-F1CE-4B52-8EDB-FCBBF745E27A}"/>
              </a:ext>
            </a:extLst>
          </p:cNvPr>
          <p:cNvSpPr>
            <a:spLocks noGrp="1"/>
          </p:cNvSpPr>
          <p:nvPr/>
        </p:nvSpPr>
        <p:spPr>
          <a:xfrm>
            <a:off x="3354414" y="2257657"/>
            <a:ext cx="64626" cy="64626"/>
          </a:xfrm>
          <a:prstGeom prst="rect">
            <a:avLst/>
          </a:prstGeom>
          <a:solidFill>
            <a:srgbClr val="436DBB"/>
          </a:solidFill>
          <a:ln w="0">
            <a:noFill/>
            <a:prstDash val="solid"/>
          </a:ln>
        </p:spPr>
      </p:sp>
      <p:sp>
        <p:nvSpPr>
          <p:cNvPr id="90" name="text-80">
            <a:extLst>
              <a:ext uri="{FF2B5EF4-FFF2-40B4-BE49-F238E27FC236}">
                <a16:creationId xmlns:a16="http://schemas.microsoft.com/office/drawing/2014/main" id="{5ECA27CD-8F4E-4C9C-B4CB-3BE8804C7F85}"/>
              </a:ext>
            </a:extLst>
          </p:cNvPr>
          <p:cNvSpPr>
            <a:spLocks noGrp="1"/>
          </p:cNvSpPr>
          <p:nvPr/>
        </p:nvSpPr>
        <p:spPr>
          <a:xfrm>
            <a:off x="3039363" y="2390948"/>
            <a:ext cx="452381" cy="10097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b="0" i="0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350" b="0" i="0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572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rPr>
              <a:t>Self-attention</a:t>
            </a:r>
          </a:p>
        </p:txBody>
      </p:sp>
      <p:sp>
        <p:nvSpPr>
          <p:cNvPr id="91" name="text-81">
            <a:extLst>
              <a:ext uri="{FF2B5EF4-FFF2-40B4-BE49-F238E27FC236}">
                <a16:creationId xmlns:a16="http://schemas.microsoft.com/office/drawing/2014/main" id="{A7DBFA0E-7CEF-444B-B7EC-D47E6ACFE4AA}"/>
              </a:ext>
            </a:extLst>
          </p:cNvPr>
          <p:cNvSpPr>
            <a:spLocks noGrp="1"/>
          </p:cNvSpPr>
          <p:nvPr/>
        </p:nvSpPr>
        <p:spPr>
          <a:xfrm>
            <a:off x="3637152" y="2390948"/>
            <a:ext cx="819940" cy="10097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b="0" i="0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350" b="0" i="0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572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rPr>
              <a:t>First-token pooling</a:t>
            </a:r>
          </a:p>
        </p:txBody>
      </p:sp>
      <p:sp>
        <p:nvSpPr>
          <p:cNvPr id="92" name="flow-82">
            <a:extLst>
              <a:ext uri="{FF2B5EF4-FFF2-40B4-BE49-F238E27FC236}">
                <a16:creationId xmlns:a16="http://schemas.microsoft.com/office/drawing/2014/main" id="{2DDCABE9-76A7-488B-9FF0-DBD51E4E61C5}"/>
              </a:ext>
            </a:extLst>
          </p:cNvPr>
          <p:cNvSpPr>
            <a:spLocks noGrp="1"/>
          </p:cNvSpPr>
          <p:nvPr/>
        </p:nvSpPr>
        <p:spPr>
          <a:xfrm>
            <a:off x="3463470" y="2168797"/>
            <a:ext cx="141369" cy="4039"/>
          </a:xfrm>
          <a:custGeom>
            <a:avLst/>
            <a:gdLst/>
            <a:ahLst/>
            <a:cxnLst/>
            <a:rect l="0" t="0" r="0" b="0"/>
            <a:pathLst>
              <a:path w="333375" h="9525">
                <a:moveTo>
                  <a:pt x="0" y="0"/>
                </a:moveTo>
                <a:lnTo>
                  <a:pt x="333375" y="0"/>
                </a:lnTo>
              </a:path>
            </a:pathLst>
          </a:custGeom>
          <a:noFill/>
          <a:ln w="18098">
            <a:solidFill>
              <a:srgbClr val="243247"/>
            </a:solidFill>
            <a:prstDash val="solid"/>
          </a:ln>
        </p:spPr>
      </p:sp>
      <p:sp>
        <p:nvSpPr>
          <p:cNvPr id="93" name="arrow-82">
            <a:extLst>
              <a:ext uri="{FF2B5EF4-FFF2-40B4-BE49-F238E27FC236}">
                <a16:creationId xmlns:a16="http://schemas.microsoft.com/office/drawing/2014/main" id="{B9E963CF-7D09-434C-ABC7-D607212FEDC3}"/>
              </a:ext>
            </a:extLst>
          </p:cNvPr>
          <p:cNvSpPr>
            <a:spLocks noGrp="1"/>
          </p:cNvSpPr>
          <p:nvPr/>
        </p:nvSpPr>
        <p:spPr>
          <a:xfrm>
            <a:off x="3564449" y="2150621"/>
            <a:ext cx="40391" cy="36352"/>
          </a:xfrm>
          <a:custGeom>
            <a:avLst/>
            <a:gdLst/>
            <a:ahLst/>
            <a:cxnLst/>
            <a:rect l="0" t="0" r="0" b="0"/>
            <a:pathLst>
              <a:path w="95250" h="85725">
                <a:moveTo>
                  <a:pt x="95250" y="42863"/>
                </a:moveTo>
                <a:lnTo>
                  <a:pt x="0" y="0"/>
                </a:lnTo>
                <a:lnTo>
                  <a:pt x="0" y="85725"/>
                </a:lnTo>
                <a:close/>
              </a:path>
            </a:pathLst>
          </a:custGeom>
          <a:solidFill>
            <a:srgbClr val="243247"/>
          </a:solidFill>
          <a:ln w="953">
            <a:solidFill>
              <a:srgbClr val="243247"/>
            </a:solidFill>
          </a:ln>
        </p:spPr>
      </p:sp>
      <p:sp>
        <p:nvSpPr>
          <p:cNvPr id="94" name="module-83">
            <a:extLst>
              <a:ext uri="{FF2B5EF4-FFF2-40B4-BE49-F238E27FC236}">
                <a16:creationId xmlns:a16="http://schemas.microsoft.com/office/drawing/2014/main" id="{AA8A8926-7731-42E9-9F5C-44BCB96D110E}"/>
              </a:ext>
            </a:extLst>
          </p:cNvPr>
          <p:cNvSpPr>
            <a:spLocks noGrp="1"/>
          </p:cNvSpPr>
          <p:nvPr/>
        </p:nvSpPr>
        <p:spPr>
          <a:xfrm>
            <a:off x="3637152" y="1966841"/>
            <a:ext cx="819940" cy="399872"/>
          </a:xfrm>
          <a:prstGeom prst="roundRect">
            <a:avLst>
              <a:gd name="adj" fmla="val 8081"/>
            </a:avLst>
          </a:prstGeom>
          <a:solidFill>
            <a:srgbClr val="EDF1F9"/>
          </a:solidFill>
          <a:ln w="15240">
            <a:solidFill>
              <a:srgbClr val="AFC0E6"/>
            </a:solidFill>
            <a:prstDash val="solid"/>
          </a:ln>
        </p:spPr>
      </p:sp>
      <p:sp>
        <p:nvSpPr>
          <p:cNvPr id="95" name="text-84">
            <a:extLst>
              <a:ext uri="{FF2B5EF4-FFF2-40B4-BE49-F238E27FC236}">
                <a16:creationId xmlns:a16="http://schemas.microsoft.com/office/drawing/2014/main" id="{D9B35790-1E15-4247-A734-5FF3732D508D}"/>
              </a:ext>
            </a:extLst>
          </p:cNvPr>
          <p:cNvSpPr>
            <a:spLocks noGrp="1"/>
          </p:cNvSpPr>
          <p:nvPr/>
        </p:nvSpPr>
        <p:spPr>
          <a:xfrm>
            <a:off x="3669465" y="1991075"/>
            <a:ext cx="755314" cy="13733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725" b="1" i="0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725" b="1" i="0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1" b="1" dirty="0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rPr>
              <a:t>BERT encoder</a:t>
            </a:r>
          </a:p>
        </p:txBody>
      </p:sp>
      <p:sp>
        <p:nvSpPr>
          <p:cNvPr id="96" name="text-85">
            <a:extLst>
              <a:ext uri="{FF2B5EF4-FFF2-40B4-BE49-F238E27FC236}">
                <a16:creationId xmlns:a16="http://schemas.microsoft.com/office/drawing/2014/main" id="{A9895876-EEAA-4EEA-BCBB-8A5D133AE4AE}"/>
              </a:ext>
            </a:extLst>
          </p:cNvPr>
          <p:cNvSpPr>
            <a:spLocks noGrp="1"/>
          </p:cNvSpPr>
          <p:nvPr/>
        </p:nvSpPr>
        <p:spPr>
          <a:xfrm>
            <a:off x="3673504" y="2148601"/>
            <a:ext cx="747236" cy="15752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425" b="0" i="0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425" b="0" i="0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04" dirty="0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rPr>
              <a:t>12 Transformer layers</a:t>
            </a:r>
          </a:p>
        </p:txBody>
      </p:sp>
      <p:sp>
        <p:nvSpPr>
          <p:cNvPr id="97" name="flow-86">
            <a:extLst>
              <a:ext uri="{FF2B5EF4-FFF2-40B4-BE49-F238E27FC236}">
                <a16:creationId xmlns:a16="http://schemas.microsoft.com/office/drawing/2014/main" id="{B6EA6D04-F140-4DD6-8D96-74BC4811F946}"/>
              </a:ext>
            </a:extLst>
          </p:cNvPr>
          <p:cNvSpPr>
            <a:spLocks noGrp="1"/>
          </p:cNvSpPr>
          <p:nvPr/>
        </p:nvSpPr>
        <p:spPr>
          <a:xfrm>
            <a:off x="4457093" y="2168797"/>
            <a:ext cx="117134" cy="4039"/>
          </a:xfrm>
          <a:custGeom>
            <a:avLst/>
            <a:gdLst/>
            <a:ahLst/>
            <a:cxnLst/>
            <a:rect l="0" t="0" r="0" b="0"/>
            <a:pathLst>
              <a:path w="276225" h="9525">
                <a:moveTo>
                  <a:pt x="0" y="0"/>
                </a:moveTo>
                <a:lnTo>
                  <a:pt x="276225" y="0"/>
                </a:lnTo>
              </a:path>
            </a:pathLst>
          </a:custGeom>
          <a:noFill/>
          <a:ln w="18098">
            <a:solidFill>
              <a:srgbClr val="243247"/>
            </a:solidFill>
            <a:prstDash val="solid"/>
          </a:ln>
        </p:spPr>
      </p:sp>
      <p:sp>
        <p:nvSpPr>
          <p:cNvPr id="98" name="arrow-86">
            <a:extLst>
              <a:ext uri="{FF2B5EF4-FFF2-40B4-BE49-F238E27FC236}">
                <a16:creationId xmlns:a16="http://schemas.microsoft.com/office/drawing/2014/main" id="{F589E060-47CB-4D70-8714-8E02233C35E5}"/>
              </a:ext>
            </a:extLst>
          </p:cNvPr>
          <p:cNvSpPr>
            <a:spLocks noGrp="1"/>
          </p:cNvSpPr>
          <p:nvPr/>
        </p:nvSpPr>
        <p:spPr>
          <a:xfrm>
            <a:off x="4533835" y="2150621"/>
            <a:ext cx="40391" cy="36352"/>
          </a:xfrm>
          <a:custGeom>
            <a:avLst/>
            <a:gdLst/>
            <a:ahLst/>
            <a:cxnLst/>
            <a:rect l="0" t="0" r="0" b="0"/>
            <a:pathLst>
              <a:path w="95250" h="85725">
                <a:moveTo>
                  <a:pt x="95250" y="42863"/>
                </a:moveTo>
                <a:lnTo>
                  <a:pt x="0" y="0"/>
                </a:lnTo>
                <a:lnTo>
                  <a:pt x="0" y="85725"/>
                </a:lnTo>
                <a:close/>
              </a:path>
            </a:pathLst>
          </a:custGeom>
          <a:solidFill>
            <a:srgbClr val="243247"/>
          </a:solidFill>
          <a:ln w="953">
            <a:solidFill>
              <a:srgbClr val="243247"/>
            </a:solidFill>
          </a:ln>
        </p:spPr>
      </p:sp>
      <p:sp>
        <p:nvSpPr>
          <p:cNvPr id="99" name="module-87">
            <a:extLst>
              <a:ext uri="{FF2B5EF4-FFF2-40B4-BE49-F238E27FC236}">
                <a16:creationId xmlns:a16="http://schemas.microsoft.com/office/drawing/2014/main" id="{3CD64FFC-076C-4ECF-A821-C83865CBC2E5}"/>
              </a:ext>
            </a:extLst>
          </p:cNvPr>
          <p:cNvSpPr>
            <a:spLocks noGrp="1"/>
          </p:cNvSpPr>
          <p:nvPr/>
        </p:nvSpPr>
        <p:spPr>
          <a:xfrm>
            <a:off x="4650222" y="1987037"/>
            <a:ext cx="64626" cy="60587"/>
          </a:xfrm>
          <a:prstGeom prst="rect">
            <a:avLst/>
          </a:prstGeom>
          <a:solidFill>
            <a:srgbClr val="436DBB"/>
          </a:solidFill>
          <a:ln w="0">
            <a:noFill/>
            <a:prstDash val="solid"/>
          </a:ln>
        </p:spPr>
      </p:sp>
      <p:sp>
        <p:nvSpPr>
          <p:cNvPr id="100" name="module-88">
            <a:extLst>
              <a:ext uri="{FF2B5EF4-FFF2-40B4-BE49-F238E27FC236}">
                <a16:creationId xmlns:a16="http://schemas.microsoft.com/office/drawing/2014/main" id="{B5743EC8-3B75-45A0-8F0C-E77A3903EB5D}"/>
              </a:ext>
            </a:extLst>
          </p:cNvPr>
          <p:cNvSpPr>
            <a:spLocks noGrp="1"/>
          </p:cNvSpPr>
          <p:nvPr/>
        </p:nvSpPr>
        <p:spPr>
          <a:xfrm>
            <a:off x="4650222" y="2063780"/>
            <a:ext cx="64626" cy="60587"/>
          </a:xfrm>
          <a:prstGeom prst="rect">
            <a:avLst/>
          </a:prstGeom>
          <a:solidFill>
            <a:srgbClr val="AFC0E6"/>
          </a:solidFill>
          <a:ln w="0">
            <a:noFill/>
            <a:prstDash val="solid"/>
          </a:ln>
        </p:spPr>
      </p:sp>
      <p:sp>
        <p:nvSpPr>
          <p:cNvPr id="101" name="module-89">
            <a:extLst>
              <a:ext uri="{FF2B5EF4-FFF2-40B4-BE49-F238E27FC236}">
                <a16:creationId xmlns:a16="http://schemas.microsoft.com/office/drawing/2014/main" id="{1D540C8A-4185-4A00-9F82-B74DAADDEA07}"/>
              </a:ext>
            </a:extLst>
          </p:cNvPr>
          <p:cNvSpPr>
            <a:spLocks noGrp="1"/>
          </p:cNvSpPr>
          <p:nvPr/>
        </p:nvSpPr>
        <p:spPr>
          <a:xfrm>
            <a:off x="4650222" y="2140523"/>
            <a:ext cx="64626" cy="60587"/>
          </a:xfrm>
          <a:prstGeom prst="rect">
            <a:avLst/>
          </a:prstGeom>
          <a:solidFill>
            <a:srgbClr val="AFC0E6"/>
          </a:solidFill>
          <a:ln w="0">
            <a:noFill/>
            <a:prstDash val="solid"/>
          </a:ln>
        </p:spPr>
      </p:sp>
      <p:sp>
        <p:nvSpPr>
          <p:cNvPr id="102" name="module-90">
            <a:extLst>
              <a:ext uri="{FF2B5EF4-FFF2-40B4-BE49-F238E27FC236}">
                <a16:creationId xmlns:a16="http://schemas.microsoft.com/office/drawing/2014/main" id="{93F5E97A-C28C-4D26-865B-256DBE6BFC0A}"/>
              </a:ext>
            </a:extLst>
          </p:cNvPr>
          <p:cNvSpPr>
            <a:spLocks noGrp="1"/>
          </p:cNvSpPr>
          <p:nvPr/>
        </p:nvSpPr>
        <p:spPr>
          <a:xfrm>
            <a:off x="4650222" y="2217266"/>
            <a:ext cx="64626" cy="60587"/>
          </a:xfrm>
          <a:prstGeom prst="rect">
            <a:avLst/>
          </a:prstGeom>
          <a:solidFill>
            <a:srgbClr val="436DBB"/>
          </a:solidFill>
          <a:ln w="0">
            <a:noFill/>
            <a:prstDash val="solid"/>
          </a:ln>
        </p:spPr>
      </p:sp>
      <p:sp>
        <p:nvSpPr>
          <p:cNvPr id="103" name="module-91">
            <a:extLst>
              <a:ext uri="{FF2B5EF4-FFF2-40B4-BE49-F238E27FC236}">
                <a16:creationId xmlns:a16="http://schemas.microsoft.com/office/drawing/2014/main" id="{BC77A61F-C54E-40D7-B95F-FC807E6B88ED}"/>
              </a:ext>
            </a:extLst>
          </p:cNvPr>
          <p:cNvSpPr>
            <a:spLocks noGrp="1"/>
          </p:cNvSpPr>
          <p:nvPr/>
        </p:nvSpPr>
        <p:spPr>
          <a:xfrm>
            <a:off x="4650222" y="2294009"/>
            <a:ext cx="64626" cy="60587"/>
          </a:xfrm>
          <a:prstGeom prst="rect">
            <a:avLst/>
          </a:prstGeom>
          <a:solidFill>
            <a:srgbClr val="AFC0E6"/>
          </a:solidFill>
          <a:ln w="0">
            <a:noFill/>
            <a:prstDash val="solid"/>
          </a:ln>
        </p:spPr>
      </p:sp>
      <p:sp>
        <p:nvSpPr>
          <p:cNvPr id="104" name="text-92">
            <a:extLst>
              <a:ext uri="{FF2B5EF4-FFF2-40B4-BE49-F238E27FC236}">
                <a16:creationId xmlns:a16="http://schemas.microsoft.com/office/drawing/2014/main" id="{92A077F8-3C46-47A3-9BBA-91834E47EE95}"/>
              </a:ext>
            </a:extLst>
          </p:cNvPr>
          <p:cNvSpPr>
            <a:spLocks noGrp="1"/>
          </p:cNvSpPr>
          <p:nvPr/>
        </p:nvSpPr>
        <p:spPr>
          <a:xfrm>
            <a:off x="4517680" y="2403066"/>
            <a:ext cx="504889" cy="11713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800" b="0" i="0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800" b="0" i="0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63" b="1" dirty="0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rPr>
              <a:t>zₜ </a:t>
            </a:r>
            <a:r>
              <a:rPr sz="763" dirty="0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rPr>
              <a:t>∈ ℝ⁷⁶⁸</a:t>
            </a:r>
          </a:p>
        </p:txBody>
      </p:sp>
      <p:sp>
        <p:nvSpPr>
          <p:cNvPr id="105" name="text-93">
            <a:extLst>
              <a:ext uri="{FF2B5EF4-FFF2-40B4-BE49-F238E27FC236}">
                <a16:creationId xmlns:a16="http://schemas.microsoft.com/office/drawing/2014/main" id="{8A24F919-3613-4705-B13F-2D986F152364}"/>
              </a:ext>
            </a:extLst>
          </p:cNvPr>
          <p:cNvSpPr>
            <a:spLocks noGrp="1"/>
          </p:cNvSpPr>
          <p:nvPr/>
        </p:nvSpPr>
        <p:spPr>
          <a:xfrm>
            <a:off x="2320401" y="2994160"/>
            <a:ext cx="714923" cy="11309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500" b="0" i="0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r>
              <a:rPr lang="en-US" altLang="zh-CN" sz="636" dirty="0">
                <a:solidFill>
                  <a:srgbClr val="243247"/>
                </a:solidFill>
                <a:latin typeface="Times New Roman"/>
                <a:cs typeface="Times New Roman"/>
              </a:rPr>
              <a:t>Node Feature</a:t>
            </a:r>
            <a:endParaRPr lang="zh-CN" altLang="en-US" sz="636" dirty="0">
              <a:solidFill>
                <a:srgbClr val="243247"/>
              </a:solidFill>
              <a:latin typeface="Times New Roman"/>
              <a:cs typeface="Times New Roman"/>
            </a:endParaRPr>
          </a:p>
        </p:txBody>
      </p:sp>
      <p:sp>
        <p:nvSpPr>
          <p:cNvPr id="106" name="module-94">
            <a:extLst>
              <a:ext uri="{FF2B5EF4-FFF2-40B4-BE49-F238E27FC236}">
                <a16:creationId xmlns:a16="http://schemas.microsoft.com/office/drawing/2014/main" id="{6BEFE2D3-65C1-42D4-B24A-576877A8C244}"/>
              </a:ext>
            </a:extLst>
          </p:cNvPr>
          <p:cNvSpPr>
            <a:spLocks noGrp="1"/>
          </p:cNvSpPr>
          <p:nvPr/>
        </p:nvSpPr>
        <p:spPr>
          <a:xfrm>
            <a:off x="2328479" y="3158380"/>
            <a:ext cx="64626" cy="52508"/>
          </a:xfrm>
          <a:prstGeom prst="rect">
            <a:avLst/>
          </a:prstGeom>
          <a:solidFill>
            <a:srgbClr val="AFC0E6"/>
          </a:solidFill>
          <a:ln w="0">
            <a:noFill/>
            <a:prstDash val="solid"/>
          </a:ln>
        </p:spPr>
      </p:sp>
      <p:sp>
        <p:nvSpPr>
          <p:cNvPr id="107" name="module-95">
            <a:extLst>
              <a:ext uri="{FF2B5EF4-FFF2-40B4-BE49-F238E27FC236}">
                <a16:creationId xmlns:a16="http://schemas.microsoft.com/office/drawing/2014/main" id="{CC1EE717-286A-4737-A710-62F95B9D990D}"/>
              </a:ext>
            </a:extLst>
          </p:cNvPr>
          <p:cNvSpPr>
            <a:spLocks noGrp="1"/>
          </p:cNvSpPr>
          <p:nvPr/>
        </p:nvSpPr>
        <p:spPr>
          <a:xfrm>
            <a:off x="2409261" y="3158380"/>
            <a:ext cx="64626" cy="52508"/>
          </a:xfrm>
          <a:prstGeom prst="rect">
            <a:avLst/>
          </a:prstGeom>
          <a:solidFill>
            <a:srgbClr val="EBA97D"/>
          </a:solidFill>
          <a:ln w="0">
            <a:noFill/>
            <a:prstDash val="solid"/>
          </a:ln>
        </p:spPr>
      </p:sp>
      <p:sp>
        <p:nvSpPr>
          <p:cNvPr id="108" name="module-96">
            <a:extLst>
              <a:ext uri="{FF2B5EF4-FFF2-40B4-BE49-F238E27FC236}">
                <a16:creationId xmlns:a16="http://schemas.microsoft.com/office/drawing/2014/main" id="{F956B499-E847-42F9-9EF2-71B9319B6B30}"/>
              </a:ext>
            </a:extLst>
          </p:cNvPr>
          <p:cNvSpPr>
            <a:spLocks noGrp="1"/>
          </p:cNvSpPr>
          <p:nvPr/>
        </p:nvSpPr>
        <p:spPr>
          <a:xfrm>
            <a:off x="2490043" y="3158380"/>
            <a:ext cx="64626" cy="52508"/>
          </a:xfrm>
          <a:prstGeom prst="rect">
            <a:avLst/>
          </a:prstGeom>
          <a:solidFill>
            <a:srgbClr val="ACD78E"/>
          </a:solidFill>
          <a:ln w="0">
            <a:noFill/>
            <a:prstDash val="solid"/>
          </a:ln>
        </p:spPr>
      </p:sp>
      <p:sp>
        <p:nvSpPr>
          <p:cNvPr id="109" name="module-97">
            <a:extLst>
              <a:ext uri="{FF2B5EF4-FFF2-40B4-BE49-F238E27FC236}">
                <a16:creationId xmlns:a16="http://schemas.microsoft.com/office/drawing/2014/main" id="{846F387C-C1CC-4CD7-9A4B-34AA66D7249C}"/>
              </a:ext>
            </a:extLst>
          </p:cNvPr>
          <p:cNvSpPr>
            <a:spLocks noGrp="1"/>
          </p:cNvSpPr>
          <p:nvPr/>
        </p:nvSpPr>
        <p:spPr>
          <a:xfrm>
            <a:off x="2328479" y="3227045"/>
            <a:ext cx="64626" cy="52508"/>
          </a:xfrm>
          <a:prstGeom prst="rect">
            <a:avLst/>
          </a:prstGeom>
          <a:solidFill>
            <a:srgbClr val="AFC0E6"/>
          </a:solidFill>
          <a:ln w="0">
            <a:noFill/>
            <a:prstDash val="solid"/>
          </a:ln>
        </p:spPr>
      </p:sp>
      <p:sp>
        <p:nvSpPr>
          <p:cNvPr id="110" name="module-98">
            <a:extLst>
              <a:ext uri="{FF2B5EF4-FFF2-40B4-BE49-F238E27FC236}">
                <a16:creationId xmlns:a16="http://schemas.microsoft.com/office/drawing/2014/main" id="{39F0EB21-B888-4312-AE06-23B53C9FC7AA}"/>
              </a:ext>
            </a:extLst>
          </p:cNvPr>
          <p:cNvSpPr>
            <a:spLocks noGrp="1"/>
          </p:cNvSpPr>
          <p:nvPr/>
        </p:nvSpPr>
        <p:spPr>
          <a:xfrm>
            <a:off x="2409261" y="3227045"/>
            <a:ext cx="64626" cy="52508"/>
          </a:xfrm>
          <a:prstGeom prst="rect">
            <a:avLst/>
          </a:prstGeom>
          <a:solidFill>
            <a:srgbClr val="EBA97D"/>
          </a:solidFill>
          <a:ln w="0">
            <a:noFill/>
            <a:prstDash val="solid"/>
          </a:ln>
        </p:spPr>
      </p:sp>
      <p:sp>
        <p:nvSpPr>
          <p:cNvPr id="111" name="module-99">
            <a:extLst>
              <a:ext uri="{FF2B5EF4-FFF2-40B4-BE49-F238E27FC236}">
                <a16:creationId xmlns:a16="http://schemas.microsoft.com/office/drawing/2014/main" id="{0C1D4668-9BAA-42E8-8342-92E0CEC8DBB3}"/>
              </a:ext>
            </a:extLst>
          </p:cNvPr>
          <p:cNvSpPr>
            <a:spLocks noGrp="1"/>
          </p:cNvSpPr>
          <p:nvPr/>
        </p:nvSpPr>
        <p:spPr>
          <a:xfrm>
            <a:off x="2490043" y="3227045"/>
            <a:ext cx="64626" cy="52508"/>
          </a:xfrm>
          <a:prstGeom prst="rect">
            <a:avLst/>
          </a:prstGeom>
          <a:solidFill>
            <a:srgbClr val="ACD78E"/>
          </a:solidFill>
          <a:ln w="0">
            <a:noFill/>
            <a:prstDash val="solid"/>
          </a:ln>
        </p:spPr>
      </p:sp>
      <p:sp>
        <p:nvSpPr>
          <p:cNvPr id="112" name="module-100">
            <a:extLst>
              <a:ext uri="{FF2B5EF4-FFF2-40B4-BE49-F238E27FC236}">
                <a16:creationId xmlns:a16="http://schemas.microsoft.com/office/drawing/2014/main" id="{7B63495B-FC1A-4034-96A3-8E63697DF035}"/>
              </a:ext>
            </a:extLst>
          </p:cNvPr>
          <p:cNvSpPr>
            <a:spLocks noGrp="1"/>
          </p:cNvSpPr>
          <p:nvPr/>
        </p:nvSpPr>
        <p:spPr>
          <a:xfrm>
            <a:off x="2328479" y="3295710"/>
            <a:ext cx="64626" cy="52508"/>
          </a:xfrm>
          <a:prstGeom prst="rect">
            <a:avLst/>
          </a:prstGeom>
          <a:solidFill>
            <a:srgbClr val="AFC0E6"/>
          </a:solidFill>
          <a:ln w="0">
            <a:noFill/>
            <a:prstDash val="solid"/>
          </a:ln>
        </p:spPr>
      </p:sp>
      <p:sp>
        <p:nvSpPr>
          <p:cNvPr id="113" name="module-101">
            <a:extLst>
              <a:ext uri="{FF2B5EF4-FFF2-40B4-BE49-F238E27FC236}">
                <a16:creationId xmlns:a16="http://schemas.microsoft.com/office/drawing/2014/main" id="{BCDF33D2-26FC-4EFB-AD4E-AD0B5ECAD646}"/>
              </a:ext>
            </a:extLst>
          </p:cNvPr>
          <p:cNvSpPr>
            <a:spLocks noGrp="1"/>
          </p:cNvSpPr>
          <p:nvPr/>
        </p:nvSpPr>
        <p:spPr>
          <a:xfrm>
            <a:off x="2409261" y="3295710"/>
            <a:ext cx="64626" cy="52508"/>
          </a:xfrm>
          <a:prstGeom prst="rect">
            <a:avLst/>
          </a:prstGeom>
          <a:solidFill>
            <a:srgbClr val="EBA97D"/>
          </a:solidFill>
          <a:ln w="0">
            <a:noFill/>
            <a:prstDash val="solid"/>
          </a:ln>
        </p:spPr>
      </p:sp>
      <p:sp>
        <p:nvSpPr>
          <p:cNvPr id="114" name="module-102">
            <a:extLst>
              <a:ext uri="{FF2B5EF4-FFF2-40B4-BE49-F238E27FC236}">
                <a16:creationId xmlns:a16="http://schemas.microsoft.com/office/drawing/2014/main" id="{FA83223E-2B81-4DA2-BC52-1FEAC5955A90}"/>
              </a:ext>
            </a:extLst>
          </p:cNvPr>
          <p:cNvSpPr>
            <a:spLocks noGrp="1"/>
          </p:cNvSpPr>
          <p:nvPr/>
        </p:nvSpPr>
        <p:spPr>
          <a:xfrm>
            <a:off x="2490043" y="3295710"/>
            <a:ext cx="64626" cy="52508"/>
          </a:xfrm>
          <a:prstGeom prst="rect">
            <a:avLst/>
          </a:prstGeom>
          <a:solidFill>
            <a:srgbClr val="ACD78E"/>
          </a:solidFill>
          <a:ln w="0">
            <a:noFill/>
            <a:prstDash val="solid"/>
          </a:ln>
        </p:spPr>
      </p:sp>
      <p:sp>
        <p:nvSpPr>
          <p:cNvPr id="115" name="module-103">
            <a:extLst>
              <a:ext uri="{FF2B5EF4-FFF2-40B4-BE49-F238E27FC236}">
                <a16:creationId xmlns:a16="http://schemas.microsoft.com/office/drawing/2014/main" id="{06C83A93-E718-4F1A-805D-1F7506D5BEE6}"/>
              </a:ext>
            </a:extLst>
          </p:cNvPr>
          <p:cNvSpPr>
            <a:spLocks noGrp="1"/>
          </p:cNvSpPr>
          <p:nvPr/>
        </p:nvSpPr>
        <p:spPr>
          <a:xfrm>
            <a:off x="2328479" y="3364375"/>
            <a:ext cx="64626" cy="52508"/>
          </a:xfrm>
          <a:prstGeom prst="rect">
            <a:avLst/>
          </a:prstGeom>
          <a:solidFill>
            <a:srgbClr val="AFC0E6"/>
          </a:solidFill>
          <a:ln w="0">
            <a:noFill/>
            <a:prstDash val="solid"/>
          </a:ln>
        </p:spPr>
      </p:sp>
      <p:sp>
        <p:nvSpPr>
          <p:cNvPr id="116" name="module-104">
            <a:extLst>
              <a:ext uri="{FF2B5EF4-FFF2-40B4-BE49-F238E27FC236}">
                <a16:creationId xmlns:a16="http://schemas.microsoft.com/office/drawing/2014/main" id="{09C47212-1F4D-4F13-A634-AEDFA042AB3B}"/>
              </a:ext>
            </a:extLst>
          </p:cNvPr>
          <p:cNvSpPr>
            <a:spLocks noGrp="1"/>
          </p:cNvSpPr>
          <p:nvPr/>
        </p:nvSpPr>
        <p:spPr>
          <a:xfrm>
            <a:off x="2409261" y="3364375"/>
            <a:ext cx="64626" cy="52508"/>
          </a:xfrm>
          <a:prstGeom prst="rect">
            <a:avLst/>
          </a:prstGeom>
          <a:solidFill>
            <a:srgbClr val="EBA97D"/>
          </a:solidFill>
          <a:ln w="0">
            <a:noFill/>
            <a:prstDash val="solid"/>
          </a:ln>
        </p:spPr>
      </p:sp>
      <p:sp>
        <p:nvSpPr>
          <p:cNvPr id="117" name="module-105">
            <a:extLst>
              <a:ext uri="{FF2B5EF4-FFF2-40B4-BE49-F238E27FC236}">
                <a16:creationId xmlns:a16="http://schemas.microsoft.com/office/drawing/2014/main" id="{2F6243A6-0D30-46AD-84E1-FB470D7705E0}"/>
              </a:ext>
            </a:extLst>
          </p:cNvPr>
          <p:cNvSpPr>
            <a:spLocks noGrp="1"/>
          </p:cNvSpPr>
          <p:nvPr/>
        </p:nvSpPr>
        <p:spPr>
          <a:xfrm>
            <a:off x="2490043" y="3364375"/>
            <a:ext cx="64626" cy="52508"/>
          </a:xfrm>
          <a:prstGeom prst="rect">
            <a:avLst/>
          </a:prstGeom>
          <a:solidFill>
            <a:srgbClr val="ACD78E"/>
          </a:solidFill>
          <a:ln w="0">
            <a:noFill/>
            <a:prstDash val="solid"/>
          </a:ln>
        </p:spPr>
      </p:sp>
      <p:sp>
        <p:nvSpPr>
          <p:cNvPr id="118" name="module-106">
            <a:extLst>
              <a:ext uri="{FF2B5EF4-FFF2-40B4-BE49-F238E27FC236}">
                <a16:creationId xmlns:a16="http://schemas.microsoft.com/office/drawing/2014/main" id="{12668954-7181-4CE3-9CB5-4E566D487A6B}"/>
              </a:ext>
            </a:extLst>
          </p:cNvPr>
          <p:cNvSpPr>
            <a:spLocks noGrp="1"/>
          </p:cNvSpPr>
          <p:nvPr/>
        </p:nvSpPr>
        <p:spPr>
          <a:xfrm>
            <a:off x="2328479" y="3433040"/>
            <a:ext cx="64626" cy="52508"/>
          </a:xfrm>
          <a:prstGeom prst="rect">
            <a:avLst/>
          </a:prstGeom>
          <a:solidFill>
            <a:srgbClr val="AFC0E6"/>
          </a:solidFill>
          <a:ln w="0">
            <a:noFill/>
            <a:prstDash val="solid"/>
          </a:ln>
        </p:spPr>
      </p:sp>
      <p:sp>
        <p:nvSpPr>
          <p:cNvPr id="119" name="module-107">
            <a:extLst>
              <a:ext uri="{FF2B5EF4-FFF2-40B4-BE49-F238E27FC236}">
                <a16:creationId xmlns:a16="http://schemas.microsoft.com/office/drawing/2014/main" id="{88DFEC82-C717-4B02-A7A0-472E5C7EAD76}"/>
              </a:ext>
            </a:extLst>
          </p:cNvPr>
          <p:cNvSpPr>
            <a:spLocks noGrp="1"/>
          </p:cNvSpPr>
          <p:nvPr/>
        </p:nvSpPr>
        <p:spPr>
          <a:xfrm>
            <a:off x="2409261" y="3433040"/>
            <a:ext cx="64626" cy="52508"/>
          </a:xfrm>
          <a:prstGeom prst="rect">
            <a:avLst/>
          </a:prstGeom>
          <a:solidFill>
            <a:srgbClr val="EBA97D"/>
          </a:solidFill>
          <a:ln w="0">
            <a:noFill/>
            <a:prstDash val="solid"/>
          </a:ln>
        </p:spPr>
      </p:sp>
      <p:sp>
        <p:nvSpPr>
          <p:cNvPr id="120" name="module-108">
            <a:extLst>
              <a:ext uri="{FF2B5EF4-FFF2-40B4-BE49-F238E27FC236}">
                <a16:creationId xmlns:a16="http://schemas.microsoft.com/office/drawing/2014/main" id="{0752270F-D62D-4B8A-BC94-C6D2B93A3AEF}"/>
              </a:ext>
            </a:extLst>
          </p:cNvPr>
          <p:cNvSpPr>
            <a:spLocks noGrp="1"/>
          </p:cNvSpPr>
          <p:nvPr/>
        </p:nvSpPr>
        <p:spPr>
          <a:xfrm>
            <a:off x="2490043" y="3433040"/>
            <a:ext cx="64626" cy="52508"/>
          </a:xfrm>
          <a:prstGeom prst="rect">
            <a:avLst/>
          </a:prstGeom>
          <a:solidFill>
            <a:srgbClr val="ACD78E"/>
          </a:solidFill>
          <a:ln w="0">
            <a:noFill/>
            <a:prstDash val="solid"/>
          </a:ln>
        </p:spPr>
      </p:sp>
      <p:sp>
        <p:nvSpPr>
          <p:cNvPr id="121" name="text-109">
            <a:extLst>
              <a:ext uri="{FF2B5EF4-FFF2-40B4-BE49-F238E27FC236}">
                <a16:creationId xmlns:a16="http://schemas.microsoft.com/office/drawing/2014/main" id="{5E099E6C-0145-4341-8D2A-AB958C30A04A}"/>
              </a:ext>
            </a:extLst>
          </p:cNvPr>
          <p:cNvSpPr>
            <a:spLocks noGrp="1"/>
          </p:cNvSpPr>
          <p:nvPr/>
        </p:nvSpPr>
        <p:spPr>
          <a:xfrm>
            <a:off x="2599100" y="3130106"/>
            <a:ext cx="500850" cy="35544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350" b="0" i="0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defRPr sz="1350" b="0" i="0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572" dirty="0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rPr>
              <a:t>Direction</a:t>
            </a:r>
          </a:p>
          <a:p>
            <a:pPr algn="l">
              <a:defRPr sz="1350" b="0" i="0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572" dirty="0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rPr>
              <a:t>Length / time</a:t>
            </a:r>
          </a:p>
          <a:p>
            <a:pPr algn="l">
              <a:defRPr sz="1350" b="0" i="0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572" dirty="0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rPr>
              <a:t>Burst statistics</a:t>
            </a:r>
            <a:endParaRPr lang="en-US" sz="572" dirty="0">
              <a:solidFill>
                <a:srgbClr val="243247"/>
              </a:solidFill>
              <a:latin typeface="Times New Roman"/>
              <a:ea typeface="Times New Roman"/>
              <a:cs typeface="Times New Roman"/>
            </a:endParaRPr>
          </a:p>
          <a:p>
            <a:pPr algn="l">
              <a:defRPr sz="1350" b="0" i="0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en-US" sz="572" dirty="0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rPr>
              <a:t>…</a:t>
            </a:r>
            <a:endParaRPr sz="572" dirty="0">
              <a:solidFill>
                <a:srgbClr val="243247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22" name="flow-110">
            <a:extLst>
              <a:ext uri="{FF2B5EF4-FFF2-40B4-BE49-F238E27FC236}">
                <a16:creationId xmlns:a16="http://schemas.microsoft.com/office/drawing/2014/main" id="{51A955CB-0D36-4DA2-85B0-09DE8745C97F}"/>
              </a:ext>
            </a:extLst>
          </p:cNvPr>
          <p:cNvSpPr>
            <a:spLocks noGrp="1"/>
          </p:cNvSpPr>
          <p:nvPr/>
        </p:nvSpPr>
        <p:spPr>
          <a:xfrm flipV="1">
            <a:off x="3070933" y="3290025"/>
            <a:ext cx="109056" cy="30966"/>
          </a:xfrm>
          <a:custGeom>
            <a:avLst/>
            <a:gdLst/>
            <a:ahLst/>
            <a:cxnLst/>
            <a:rect l="0" t="0" r="0" b="0"/>
            <a:pathLst>
              <a:path w="238125" h="9525">
                <a:moveTo>
                  <a:pt x="0" y="0"/>
                </a:moveTo>
                <a:lnTo>
                  <a:pt x="238125" y="0"/>
                </a:lnTo>
              </a:path>
            </a:pathLst>
          </a:custGeom>
          <a:noFill/>
          <a:ln w="18098">
            <a:solidFill>
              <a:srgbClr val="243247"/>
            </a:solidFill>
            <a:prstDash val="solid"/>
          </a:ln>
        </p:spPr>
      </p:sp>
      <p:sp>
        <p:nvSpPr>
          <p:cNvPr id="123" name="arrow-110">
            <a:extLst>
              <a:ext uri="{FF2B5EF4-FFF2-40B4-BE49-F238E27FC236}">
                <a16:creationId xmlns:a16="http://schemas.microsoft.com/office/drawing/2014/main" id="{78581E53-8FFA-4DA6-AE18-44B93827737D}"/>
              </a:ext>
            </a:extLst>
          </p:cNvPr>
          <p:cNvSpPr>
            <a:spLocks noGrp="1"/>
          </p:cNvSpPr>
          <p:nvPr/>
        </p:nvSpPr>
        <p:spPr>
          <a:xfrm>
            <a:off x="3180732" y="3301769"/>
            <a:ext cx="40391" cy="36352"/>
          </a:xfrm>
          <a:custGeom>
            <a:avLst/>
            <a:gdLst/>
            <a:ahLst/>
            <a:cxnLst/>
            <a:rect l="0" t="0" r="0" b="0"/>
            <a:pathLst>
              <a:path w="95250" h="85725">
                <a:moveTo>
                  <a:pt x="95250" y="42863"/>
                </a:moveTo>
                <a:lnTo>
                  <a:pt x="0" y="0"/>
                </a:lnTo>
                <a:lnTo>
                  <a:pt x="0" y="85725"/>
                </a:lnTo>
                <a:close/>
              </a:path>
            </a:pathLst>
          </a:custGeom>
          <a:solidFill>
            <a:srgbClr val="243247"/>
          </a:solidFill>
          <a:ln w="953">
            <a:solidFill>
              <a:srgbClr val="243247"/>
            </a:solidFill>
          </a:ln>
        </p:spPr>
      </p:sp>
      <p:sp>
        <p:nvSpPr>
          <p:cNvPr id="124" name="flow-111">
            <a:extLst>
              <a:ext uri="{FF2B5EF4-FFF2-40B4-BE49-F238E27FC236}">
                <a16:creationId xmlns:a16="http://schemas.microsoft.com/office/drawing/2014/main" id="{FD8A7074-A698-48CF-8A8F-AC2723BDDC08}"/>
              </a:ext>
            </a:extLst>
          </p:cNvPr>
          <p:cNvSpPr>
            <a:spLocks noGrp="1"/>
          </p:cNvSpPr>
          <p:nvPr/>
        </p:nvSpPr>
        <p:spPr>
          <a:xfrm>
            <a:off x="3285749" y="3162419"/>
            <a:ext cx="153486" cy="141369"/>
          </a:xfrm>
          <a:custGeom>
            <a:avLst/>
            <a:gdLst/>
            <a:ahLst/>
            <a:cxnLst/>
            <a:rect l="0" t="0" r="0" b="0"/>
            <a:pathLst>
              <a:path w="361950" h="333375">
                <a:moveTo>
                  <a:pt x="0" y="333375"/>
                </a:moveTo>
                <a:lnTo>
                  <a:pt x="361950" y="0"/>
                </a:lnTo>
              </a:path>
            </a:pathLst>
          </a:custGeom>
          <a:noFill/>
          <a:ln w="13335">
            <a:solidFill>
              <a:srgbClr val="65778D"/>
            </a:solidFill>
            <a:prstDash val="solid"/>
          </a:ln>
        </p:spPr>
      </p:sp>
      <p:sp>
        <p:nvSpPr>
          <p:cNvPr id="125" name="flow-112">
            <a:extLst>
              <a:ext uri="{FF2B5EF4-FFF2-40B4-BE49-F238E27FC236}">
                <a16:creationId xmlns:a16="http://schemas.microsoft.com/office/drawing/2014/main" id="{6850501E-C828-4ACF-B65A-6AE71A00DE4E}"/>
              </a:ext>
            </a:extLst>
          </p:cNvPr>
          <p:cNvSpPr>
            <a:spLocks noGrp="1"/>
          </p:cNvSpPr>
          <p:nvPr/>
        </p:nvSpPr>
        <p:spPr>
          <a:xfrm>
            <a:off x="3285749" y="3303788"/>
            <a:ext cx="197916" cy="117134"/>
          </a:xfrm>
          <a:custGeom>
            <a:avLst/>
            <a:gdLst/>
            <a:ahLst/>
            <a:cxnLst/>
            <a:rect l="0" t="0" r="0" b="0"/>
            <a:pathLst>
              <a:path w="466725" h="276225">
                <a:moveTo>
                  <a:pt x="0" y="0"/>
                </a:moveTo>
                <a:lnTo>
                  <a:pt x="466725" y="276225"/>
                </a:lnTo>
              </a:path>
            </a:pathLst>
          </a:custGeom>
          <a:noFill/>
          <a:ln w="13335">
            <a:solidFill>
              <a:srgbClr val="65778D"/>
            </a:solidFill>
            <a:prstDash val="solid"/>
          </a:ln>
        </p:spPr>
      </p:sp>
      <p:sp>
        <p:nvSpPr>
          <p:cNvPr id="126" name="flow-113">
            <a:extLst>
              <a:ext uri="{FF2B5EF4-FFF2-40B4-BE49-F238E27FC236}">
                <a16:creationId xmlns:a16="http://schemas.microsoft.com/office/drawing/2014/main" id="{E0285FF5-8CC7-4D90-9918-60184159415D}"/>
              </a:ext>
            </a:extLst>
          </p:cNvPr>
          <p:cNvSpPr>
            <a:spLocks noGrp="1"/>
          </p:cNvSpPr>
          <p:nvPr/>
        </p:nvSpPr>
        <p:spPr>
          <a:xfrm>
            <a:off x="3439235" y="3162418"/>
            <a:ext cx="44430" cy="258504"/>
          </a:xfrm>
          <a:custGeom>
            <a:avLst/>
            <a:gdLst/>
            <a:ahLst/>
            <a:cxnLst/>
            <a:rect l="0" t="0" r="0" b="0"/>
            <a:pathLst>
              <a:path w="104775" h="609600">
                <a:moveTo>
                  <a:pt x="0" y="0"/>
                </a:moveTo>
                <a:lnTo>
                  <a:pt x="104775" y="609600"/>
                </a:lnTo>
              </a:path>
            </a:pathLst>
          </a:custGeom>
          <a:noFill/>
          <a:ln w="13335">
            <a:solidFill>
              <a:srgbClr val="65778D"/>
            </a:solidFill>
            <a:prstDash val="solid"/>
          </a:ln>
        </p:spPr>
      </p:sp>
      <p:sp>
        <p:nvSpPr>
          <p:cNvPr id="127" name="flow-114">
            <a:extLst>
              <a:ext uri="{FF2B5EF4-FFF2-40B4-BE49-F238E27FC236}">
                <a16:creationId xmlns:a16="http://schemas.microsoft.com/office/drawing/2014/main" id="{8C869758-4F50-4928-B19F-41CA4E9DCB51}"/>
              </a:ext>
            </a:extLst>
          </p:cNvPr>
          <p:cNvSpPr>
            <a:spLocks noGrp="1"/>
          </p:cNvSpPr>
          <p:nvPr/>
        </p:nvSpPr>
        <p:spPr>
          <a:xfrm>
            <a:off x="3439236" y="3162419"/>
            <a:ext cx="185799" cy="121173"/>
          </a:xfrm>
          <a:custGeom>
            <a:avLst/>
            <a:gdLst/>
            <a:ahLst/>
            <a:cxnLst/>
            <a:rect l="0" t="0" r="0" b="0"/>
            <a:pathLst>
              <a:path w="438150" h="285750">
                <a:moveTo>
                  <a:pt x="0" y="0"/>
                </a:moveTo>
                <a:lnTo>
                  <a:pt x="438150" y="285750"/>
                </a:lnTo>
              </a:path>
            </a:pathLst>
          </a:custGeom>
          <a:noFill/>
          <a:ln w="13335">
            <a:solidFill>
              <a:srgbClr val="65778D"/>
            </a:solidFill>
            <a:prstDash val="solid"/>
          </a:ln>
        </p:spPr>
      </p:sp>
      <p:sp>
        <p:nvSpPr>
          <p:cNvPr id="128" name="flow-115">
            <a:extLst>
              <a:ext uri="{FF2B5EF4-FFF2-40B4-BE49-F238E27FC236}">
                <a16:creationId xmlns:a16="http://schemas.microsoft.com/office/drawing/2014/main" id="{D8D566F5-D300-4264-A7BC-9A800F940ED6}"/>
              </a:ext>
            </a:extLst>
          </p:cNvPr>
          <p:cNvSpPr>
            <a:spLocks noGrp="1"/>
          </p:cNvSpPr>
          <p:nvPr/>
        </p:nvSpPr>
        <p:spPr>
          <a:xfrm>
            <a:off x="3483666" y="3283592"/>
            <a:ext cx="141369" cy="137330"/>
          </a:xfrm>
          <a:custGeom>
            <a:avLst/>
            <a:gdLst/>
            <a:ahLst/>
            <a:cxnLst/>
            <a:rect l="0" t="0" r="0" b="0"/>
            <a:pathLst>
              <a:path w="333375" h="323850">
                <a:moveTo>
                  <a:pt x="0" y="323850"/>
                </a:moveTo>
                <a:lnTo>
                  <a:pt x="333375" y="0"/>
                </a:lnTo>
              </a:path>
            </a:pathLst>
          </a:custGeom>
          <a:noFill/>
          <a:ln w="13335">
            <a:solidFill>
              <a:srgbClr val="65778D"/>
            </a:solidFill>
            <a:prstDash val="solid"/>
          </a:ln>
        </p:spPr>
      </p:sp>
      <p:sp>
        <p:nvSpPr>
          <p:cNvPr id="129" name="flow-116">
            <a:extLst>
              <a:ext uri="{FF2B5EF4-FFF2-40B4-BE49-F238E27FC236}">
                <a16:creationId xmlns:a16="http://schemas.microsoft.com/office/drawing/2014/main" id="{10B73425-29F1-4115-A5DC-2D564CA3B7F6}"/>
              </a:ext>
            </a:extLst>
          </p:cNvPr>
          <p:cNvSpPr>
            <a:spLocks noGrp="1"/>
          </p:cNvSpPr>
          <p:nvPr/>
        </p:nvSpPr>
        <p:spPr>
          <a:xfrm>
            <a:off x="3625035" y="3283592"/>
            <a:ext cx="141369" cy="113095"/>
          </a:xfrm>
          <a:custGeom>
            <a:avLst/>
            <a:gdLst/>
            <a:ahLst/>
            <a:cxnLst/>
            <a:rect l="0" t="0" r="0" b="0"/>
            <a:pathLst>
              <a:path w="333375" h="266700">
                <a:moveTo>
                  <a:pt x="0" y="0"/>
                </a:moveTo>
                <a:lnTo>
                  <a:pt x="333375" y="266700"/>
                </a:lnTo>
              </a:path>
            </a:pathLst>
          </a:custGeom>
          <a:noFill/>
          <a:ln w="13335">
            <a:solidFill>
              <a:srgbClr val="65778D"/>
            </a:solidFill>
            <a:prstDash val="solid"/>
          </a:ln>
        </p:spPr>
      </p:sp>
      <p:sp>
        <p:nvSpPr>
          <p:cNvPr id="130" name="flow-117">
            <a:extLst>
              <a:ext uri="{FF2B5EF4-FFF2-40B4-BE49-F238E27FC236}">
                <a16:creationId xmlns:a16="http://schemas.microsoft.com/office/drawing/2014/main" id="{7F13BD80-7588-4E3B-B10B-CE8BED194BEA}"/>
              </a:ext>
            </a:extLst>
          </p:cNvPr>
          <p:cNvSpPr>
            <a:spLocks noGrp="1"/>
          </p:cNvSpPr>
          <p:nvPr/>
        </p:nvSpPr>
        <p:spPr>
          <a:xfrm>
            <a:off x="3483666" y="3396687"/>
            <a:ext cx="282738" cy="24235"/>
          </a:xfrm>
          <a:custGeom>
            <a:avLst/>
            <a:gdLst/>
            <a:ahLst/>
            <a:cxnLst/>
            <a:rect l="0" t="0" r="0" b="0"/>
            <a:pathLst>
              <a:path w="666750" h="57150">
                <a:moveTo>
                  <a:pt x="0" y="57150"/>
                </a:moveTo>
                <a:lnTo>
                  <a:pt x="666750" y="0"/>
                </a:lnTo>
              </a:path>
            </a:pathLst>
          </a:custGeom>
          <a:noFill/>
          <a:ln w="13335">
            <a:solidFill>
              <a:srgbClr val="65778D"/>
            </a:solidFill>
            <a:prstDash val="solid"/>
          </a:ln>
        </p:spPr>
      </p:sp>
      <p:sp>
        <p:nvSpPr>
          <p:cNvPr id="131" name="packet-118">
            <a:extLst>
              <a:ext uri="{FF2B5EF4-FFF2-40B4-BE49-F238E27FC236}">
                <a16:creationId xmlns:a16="http://schemas.microsoft.com/office/drawing/2014/main" id="{25212ABE-C459-4F7D-A544-CACB8C4361E2}"/>
              </a:ext>
            </a:extLst>
          </p:cNvPr>
          <p:cNvSpPr>
            <a:spLocks noGrp="1"/>
          </p:cNvSpPr>
          <p:nvPr/>
        </p:nvSpPr>
        <p:spPr>
          <a:xfrm>
            <a:off x="3253436" y="3271474"/>
            <a:ext cx="64626" cy="64626"/>
          </a:xfrm>
          <a:prstGeom prst="ellipse">
            <a:avLst/>
          </a:prstGeom>
          <a:solidFill>
            <a:srgbClr val="AFC0E6"/>
          </a:solidFill>
          <a:ln w="11430">
            <a:solidFill>
              <a:srgbClr val="436DBB"/>
            </a:solidFill>
            <a:prstDash val="solid"/>
          </a:ln>
        </p:spPr>
      </p:sp>
      <p:sp>
        <p:nvSpPr>
          <p:cNvPr id="132" name="packet-119">
            <a:extLst>
              <a:ext uri="{FF2B5EF4-FFF2-40B4-BE49-F238E27FC236}">
                <a16:creationId xmlns:a16="http://schemas.microsoft.com/office/drawing/2014/main" id="{0DF3547C-004D-4E4C-ABEC-86C7E375B542}"/>
              </a:ext>
            </a:extLst>
          </p:cNvPr>
          <p:cNvSpPr>
            <a:spLocks noGrp="1"/>
          </p:cNvSpPr>
          <p:nvPr/>
        </p:nvSpPr>
        <p:spPr>
          <a:xfrm>
            <a:off x="3406922" y="3130105"/>
            <a:ext cx="64626" cy="64626"/>
          </a:xfrm>
          <a:prstGeom prst="ellipse">
            <a:avLst/>
          </a:prstGeom>
          <a:solidFill>
            <a:srgbClr val="EBA97D"/>
          </a:solidFill>
          <a:ln w="11430">
            <a:solidFill>
              <a:srgbClr val="436DBB"/>
            </a:solidFill>
            <a:prstDash val="solid"/>
          </a:ln>
        </p:spPr>
      </p:sp>
      <p:sp>
        <p:nvSpPr>
          <p:cNvPr id="133" name="packet-120">
            <a:extLst>
              <a:ext uri="{FF2B5EF4-FFF2-40B4-BE49-F238E27FC236}">
                <a16:creationId xmlns:a16="http://schemas.microsoft.com/office/drawing/2014/main" id="{CFFFFBB4-CEAE-457B-BA1C-E574D2A804DD}"/>
              </a:ext>
            </a:extLst>
          </p:cNvPr>
          <p:cNvSpPr>
            <a:spLocks noGrp="1"/>
          </p:cNvSpPr>
          <p:nvPr/>
        </p:nvSpPr>
        <p:spPr>
          <a:xfrm>
            <a:off x="3451353" y="3388609"/>
            <a:ext cx="64626" cy="64626"/>
          </a:xfrm>
          <a:prstGeom prst="ellipse">
            <a:avLst/>
          </a:prstGeom>
          <a:solidFill>
            <a:srgbClr val="AFC0E6"/>
          </a:solidFill>
          <a:ln w="11430">
            <a:solidFill>
              <a:srgbClr val="436DBB"/>
            </a:solidFill>
            <a:prstDash val="solid"/>
          </a:ln>
        </p:spPr>
      </p:sp>
      <p:sp>
        <p:nvSpPr>
          <p:cNvPr id="134" name="packet-121">
            <a:extLst>
              <a:ext uri="{FF2B5EF4-FFF2-40B4-BE49-F238E27FC236}">
                <a16:creationId xmlns:a16="http://schemas.microsoft.com/office/drawing/2014/main" id="{1A0CA1D4-CAFD-4053-A6B3-1964B8A39A18}"/>
              </a:ext>
            </a:extLst>
          </p:cNvPr>
          <p:cNvSpPr>
            <a:spLocks noGrp="1"/>
          </p:cNvSpPr>
          <p:nvPr/>
        </p:nvSpPr>
        <p:spPr>
          <a:xfrm>
            <a:off x="3592722" y="3251279"/>
            <a:ext cx="64626" cy="64626"/>
          </a:xfrm>
          <a:prstGeom prst="ellipse">
            <a:avLst/>
          </a:prstGeom>
          <a:solidFill>
            <a:srgbClr val="EBA97D"/>
          </a:solidFill>
          <a:ln w="11430">
            <a:solidFill>
              <a:srgbClr val="436DBB"/>
            </a:solidFill>
            <a:prstDash val="solid"/>
          </a:ln>
        </p:spPr>
      </p:sp>
      <p:sp>
        <p:nvSpPr>
          <p:cNvPr id="135" name="packet-122">
            <a:extLst>
              <a:ext uri="{FF2B5EF4-FFF2-40B4-BE49-F238E27FC236}">
                <a16:creationId xmlns:a16="http://schemas.microsoft.com/office/drawing/2014/main" id="{863AF0D5-3050-4E9F-B714-EC0994CBB0E4}"/>
              </a:ext>
            </a:extLst>
          </p:cNvPr>
          <p:cNvSpPr>
            <a:spLocks noGrp="1"/>
          </p:cNvSpPr>
          <p:nvPr/>
        </p:nvSpPr>
        <p:spPr>
          <a:xfrm>
            <a:off x="3734091" y="3364374"/>
            <a:ext cx="64626" cy="64626"/>
          </a:xfrm>
          <a:prstGeom prst="ellipse">
            <a:avLst/>
          </a:prstGeom>
          <a:solidFill>
            <a:srgbClr val="AFC0E6"/>
          </a:solidFill>
          <a:ln w="11430">
            <a:solidFill>
              <a:srgbClr val="436DBB"/>
            </a:solidFill>
            <a:prstDash val="solid"/>
          </a:ln>
        </p:spPr>
      </p:sp>
      <p:sp>
        <p:nvSpPr>
          <p:cNvPr id="136" name="flow-123">
            <a:extLst>
              <a:ext uri="{FF2B5EF4-FFF2-40B4-BE49-F238E27FC236}">
                <a16:creationId xmlns:a16="http://schemas.microsoft.com/office/drawing/2014/main" id="{5A75BC96-A30F-4091-A0CC-5DE914957D34}"/>
              </a:ext>
            </a:extLst>
          </p:cNvPr>
          <p:cNvSpPr>
            <a:spLocks noGrp="1"/>
          </p:cNvSpPr>
          <p:nvPr/>
        </p:nvSpPr>
        <p:spPr>
          <a:xfrm>
            <a:off x="3789742" y="3323609"/>
            <a:ext cx="129251" cy="4039"/>
          </a:xfrm>
          <a:custGeom>
            <a:avLst/>
            <a:gdLst/>
            <a:ahLst/>
            <a:cxnLst/>
            <a:rect l="0" t="0" r="0" b="0"/>
            <a:pathLst>
              <a:path w="304800" h="9525">
                <a:moveTo>
                  <a:pt x="0" y="0"/>
                </a:moveTo>
                <a:lnTo>
                  <a:pt x="304800" y="0"/>
                </a:lnTo>
              </a:path>
            </a:pathLst>
          </a:custGeom>
          <a:noFill/>
          <a:ln w="18098">
            <a:solidFill>
              <a:srgbClr val="243247"/>
            </a:solidFill>
            <a:prstDash val="solid"/>
          </a:ln>
        </p:spPr>
      </p:sp>
      <p:sp>
        <p:nvSpPr>
          <p:cNvPr id="137" name="arrow-123">
            <a:extLst>
              <a:ext uri="{FF2B5EF4-FFF2-40B4-BE49-F238E27FC236}">
                <a16:creationId xmlns:a16="http://schemas.microsoft.com/office/drawing/2014/main" id="{D930A3CC-49D2-4D97-8B6D-24555F377C3A}"/>
              </a:ext>
            </a:extLst>
          </p:cNvPr>
          <p:cNvSpPr>
            <a:spLocks noGrp="1"/>
          </p:cNvSpPr>
          <p:nvPr/>
        </p:nvSpPr>
        <p:spPr>
          <a:xfrm>
            <a:off x="3919891" y="3301769"/>
            <a:ext cx="40391" cy="36352"/>
          </a:xfrm>
          <a:custGeom>
            <a:avLst/>
            <a:gdLst/>
            <a:ahLst/>
            <a:cxnLst/>
            <a:rect l="0" t="0" r="0" b="0"/>
            <a:pathLst>
              <a:path w="95250" h="85725">
                <a:moveTo>
                  <a:pt x="95250" y="42863"/>
                </a:moveTo>
                <a:lnTo>
                  <a:pt x="0" y="0"/>
                </a:lnTo>
                <a:lnTo>
                  <a:pt x="0" y="85725"/>
                </a:lnTo>
                <a:close/>
              </a:path>
            </a:pathLst>
          </a:custGeom>
          <a:solidFill>
            <a:srgbClr val="243247"/>
          </a:solidFill>
          <a:ln w="953">
            <a:solidFill>
              <a:srgbClr val="243247"/>
            </a:solidFill>
          </a:ln>
        </p:spPr>
      </p:sp>
      <p:sp>
        <p:nvSpPr>
          <p:cNvPr id="350" name="module-124">
            <a:extLst>
              <a:ext uri="{FF2B5EF4-FFF2-40B4-BE49-F238E27FC236}">
                <a16:creationId xmlns:a16="http://schemas.microsoft.com/office/drawing/2014/main" id="{18C54C11-4221-FF1B-A965-BACF14863CC6}"/>
              </a:ext>
            </a:extLst>
          </p:cNvPr>
          <p:cNvSpPr>
            <a:spLocks noGrp="1"/>
          </p:cNvSpPr>
          <p:nvPr/>
        </p:nvSpPr>
        <p:spPr>
          <a:xfrm>
            <a:off x="4031564" y="3057402"/>
            <a:ext cx="468537" cy="420068"/>
          </a:xfrm>
          <a:prstGeom prst="roundRect">
            <a:avLst>
              <a:gd name="adj" fmla="val 7692"/>
            </a:avLst>
          </a:prstGeom>
          <a:solidFill>
            <a:srgbClr val="F0EBF5"/>
          </a:solidFill>
          <a:ln w="15240">
            <a:solidFill>
              <a:srgbClr val="B7A4CF"/>
            </a:solidFill>
            <a:prstDash val="solid"/>
          </a:ln>
        </p:spPr>
      </p:sp>
      <p:sp>
        <p:nvSpPr>
          <p:cNvPr id="138" name="module-124">
            <a:extLst>
              <a:ext uri="{FF2B5EF4-FFF2-40B4-BE49-F238E27FC236}">
                <a16:creationId xmlns:a16="http://schemas.microsoft.com/office/drawing/2014/main" id="{3F3879D6-6049-43EA-9D4C-B9748FC833E0}"/>
              </a:ext>
            </a:extLst>
          </p:cNvPr>
          <p:cNvSpPr>
            <a:spLocks noGrp="1"/>
          </p:cNvSpPr>
          <p:nvPr/>
        </p:nvSpPr>
        <p:spPr>
          <a:xfrm>
            <a:off x="3988555" y="3113949"/>
            <a:ext cx="468537" cy="420068"/>
          </a:xfrm>
          <a:prstGeom prst="roundRect">
            <a:avLst>
              <a:gd name="adj" fmla="val 7692"/>
            </a:avLst>
          </a:prstGeom>
          <a:solidFill>
            <a:srgbClr val="F0EBF5"/>
          </a:solidFill>
          <a:ln w="15240">
            <a:solidFill>
              <a:srgbClr val="B7A4CF"/>
            </a:solidFill>
            <a:prstDash val="solid"/>
          </a:ln>
        </p:spPr>
      </p:sp>
      <p:sp>
        <p:nvSpPr>
          <p:cNvPr id="139" name="text-125">
            <a:extLst>
              <a:ext uri="{FF2B5EF4-FFF2-40B4-BE49-F238E27FC236}">
                <a16:creationId xmlns:a16="http://schemas.microsoft.com/office/drawing/2014/main" id="{9334CEC0-C51D-47CB-89EA-2662867B00F7}"/>
              </a:ext>
            </a:extLst>
          </p:cNvPr>
          <p:cNvSpPr>
            <a:spLocks noGrp="1"/>
          </p:cNvSpPr>
          <p:nvPr/>
        </p:nvSpPr>
        <p:spPr>
          <a:xfrm>
            <a:off x="4012790" y="3146262"/>
            <a:ext cx="420068" cy="14136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725" b="1" i="0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725" b="1" i="0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1" b="1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rPr>
              <a:t>TAGCN</a:t>
            </a:r>
          </a:p>
        </p:txBody>
      </p:sp>
      <p:sp>
        <p:nvSpPr>
          <p:cNvPr id="140" name="text-126">
            <a:extLst>
              <a:ext uri="{FF2B5EF4-FFF2-40B4-BE49-F238E27FC236}">
                <a16:creationId xmlns:a16="http://schemas.microsoft.com/office/drawing/2014/main" id="{CED263A7-2C7C-4A15-97F4-ED79A1335C35}"/>
              </a:ext>
            </a:extLst>
          </p:cNvPr>
          <p:cNvSpPr>
            <a:spLocks noGrp="1"/>
          </p:cNvSpPr>
          <p:nvPr/>
        </p:nvSpPr>
        <p:spPr>
          <a:xfrm>
            <a:off x="4012790" y="3311865"/>
            <a:ext cx="420068" cy="15752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650" b="0" i="0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650" b="0" i="0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00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rPr>
              <a:t>K = 2</a:t>
            </a:r>
          </a:p>
        </p:txBody>
      </p:sp>
      <p:sp>
        <p:nvSpPr>
          <p:cNvPr id="141" name="flow-127">
            <a:extLst>
              <a:ext uri="{FF2B5EF4-FFF2-40B4-BE49-F238E27FC236}">
                <a16:creationId xmlns:a16="http://schemas.microsoft.com/office/drawing/2014/main" id="{5D04C0CC-A896-402A-AD8E-2E03A44376AB}"/>
              </a:ext>
            </a:extLst>
          </p:cNvPr>
          <p:cNvSpPr>
            <a:spLocks noGrp="1"/>
          </p:cNvSpPr>
          <p:nvPr/>
        </p:nvSpPr>
        <p:spPr>
          <a:xfrm>
            <a:off x="4460534" y="3323011"/>
            <a:ext cx="117134" cy="4039"/>
          </a:xfrm>
          <a:custGeom>
            <a:avLst/>
            <a:gdLst/>
            <a:ahLst/>
            <a:cxnLst/>
            <a:rect l="0" t="0" r="0" b="0"/>
            <a:pathLst>
              <a:path w="276225" h="9525">
                <a:moveTo>
                  <a:pt x="0" y="0"/>
                </a:moveTo>
                <a:lnTo>
                  <a:pt x="276225" y="0"/>
                </a:lnTo>
              </a:path>
            </a:pathLst>
          </a:custGeom>
          <a:noFill/>
          <a:ln w="18098">
            <a:solidFill>
              <a:srgbClr val="243247"/>
            </a:solidFill>
            <a:prstDash val="solid"/>
          </a:ln>
        </p:spPr>
      </p:sp>
      <p:sp>
        <p:nvSpPr>
          <p:cNvPr id="142" name="arrow-127">
            <a:extLst>
              <a:ext uri="{FF2B5EF4-FFF2-40B4-BE49-F238E27FC236}">
                <a16:creationId xmlns:a16="http://schemas.microsoft.com/office/drawing/2014/main" id="{EA5A9FBE-119F-4C2F-B7C6-5FDFAAE7C312}"/>
              </a:ext>
            </a:extLst>
          </p:cNvPr>
          <p:cNvSpPr>
            <a:spLocks noGrp="1"/>
          </p:cNvSpPr>
          <p:nvPr/>
        </p:nvSpPr>
        <p:spPr>
          <a:xfrm>
            <a:off x="4554480" y="3301769"/>
            <a:ext cx="40391" cy="36352"/>
          </a:xfrm>
          <a:custGeom>
            <a:avLst/>
            <a:gdLst/>
            <a:ahLst/>
            <a:cxnLst/>
            <a:rect l="0" t="0" r="0" b="0"/>
            <a:pathLst>
              <a:path w="95250" h="85725">
                <a:moveTo>
                  <a:pt x="95250" y="42863"/>
                </a:moveTo>
                <a:lnTo>
                  <a:pt x="0" y="0"/>
                </a:lnTo>
                <a:lnTo>
                  <a:pt x="0" y="85725"/>
                </a:lnTo>
                <a:close/>
              </a:path>
            </a:pathLst>
          </a:custGeom>
          <a:solidFill>
            <a:srgbClr val="243247"/>
          </a:solidFill>
          <a:ln w="953">
            <a:solidFill>
              <a:srgbClr val="243247"/>
            </a:solidFill>
          </a:ln>
        </p:spPr>
      </p:sp>
      <p:sp>
        <p:nvSpPr>
          <p:cNvPr id="143" name="module-128">
            <a:extLst>
              <a:ext uri="{FF2B5EF4-FFF2-40B4-BE49-F238E27FC236}">
                <a16:creationId xmlns:a16="http://schemas.microsoft.com/office/drawing/2014/main" id="{FEBCBEE1-B637-4E15-A1B5-B247C204D33F}"/>
              </a:ext>
            </a:extLst>
          </p:cNvPr>
          <p:cNvSpPr>
            <a:spLocks noGrp="1"/>
          </p:cNvSpPr>
          <p:nvPr/>
        </p:nvSpPr>
        <p:spPr>
          <a:xfrm>
            <a:off x="4650222" y="3083132"/>
            <a:ext cx="64626" cy="60587"/>
          </a:xfrm>
          <a:prstGeom prst="rect">
            <a:avLst/>
          </a:prstGeom>
          <a:solidFill>
            <a:srgbClr val="AFC0E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 sz="1219" dirty="0"/>
          </a:p>
        </p:txBody>
      </p:sp>
      <p:sp>
        <p:nvSpPr>
          <p:cNvPr id="144" name="module-129">
            <a:extLst>
              <a:ext uri="{FF2B5EF4-FFF2-40B4-BE49-F238E27FC236}">
                <a16:creationId xmlns:a16="http://schemas.microsoft.com/office/drawing/2014/main" id="{65D897B6-BB5F-44AB-8C17-1A7114E5E9B1}"/>
              </a:ext>
            </a:extLst>
          </p:cNvPr>
          <p:cNvSpPr>
            <a:spLocks noGrp="1"/>
          </p:cNvSpPr>
          <p:nvPr/>
        </p:nvSpPr>
        <p:spPr>
          <a:xfrm>
            <a:off x="4650222" y="3159875"/>
            <a:ext cx="64626" cy="60587"/>
          </a:xfrm>
          <a:prstGeom prst="rect">
            <a:avLst/>
          </a:prstGeom>
          <a:solidFill>
            <a:srgbClr val="ACD78E"/>
          </a:solidFill>
          <a:ln w="0">
            <a:noFill/>
            <a:prstDash val="solid"/>
          </a:ln>
        </p:spPr>
      </p:sp>
      <p:sp>
        <p:nvSpPr>
          <p:cNvPr id="145" name="module-130">
            <a:extLst>
              <a:ext uri="{FF2B5EF4-FFF2-40B4-BE49-F238E27FC236}">
                <a16:creationId xmlns:a16="http://schemas.microsoft.com/office/drawing/2014/main" id="{FFEE40D3-F0F2-4704-9798-645A10070A54}"/>
              </a:ext>
            </a:extLst>
          </p:cNvPr>
          <p:cNvSpPr>
            <a:spLocks noGrp="1"/>
          </p:cNvSpPr>
          <p:nvPr/>
        </p:nvSpPr>
        <p:spPr>
          <a:xfrm>
            <a:off x="4650222" y="3236618"/>
            <a:ext cx="64626" cy="60587"/>
          </a:xfrm>
          <a:prstGeom prst="rect">
            <a:avLst/>
          </a:prstGeom>
          <a:solidFill>
            <a:srgbClr val="EBA97D"/>
          </a:solidFill>
          <a:ln w="0">
            <a:noFill/>
            <a:prstDash val="solid"/>
          </a:ln>
        </p:spPr>
      </p:sp>
      <p:sp>
        <p:nvSpPr>
          <p:cNvPr id="146" name="module-131">
            <a:extLst>
              <a:ext uri="{FF2B5EF4-FFF2-40B4-BE49-F238E27FC236}">
                <a16:creationId xmlns:a16="http://schemas.microsoft.com/office/drawing/2014/main" id="{50263F32-620F-4D36-93A5-AF2B3B28B48C}"/>
              </a:ext>
            </a:extLst>
          </p:cNvPr>
          <p:cNvSpPr>
            <a:spLocks noGrp="1"/>
          </p:cNvSpPr>
          <p:nvPr/>
        </p:nvSpPr>
        <p:spPr>
          <a:xfrm>
            <a:off x="4650222" y="3316802"/>
            <a:ext cx="64626" cy="60587"/>
          </a:xfrm>
          <a:prstGeom prst="rect">
            <a:avLst/>
          </a:prstGeom>
          <a:solidFill>
            <a:srgbClr val="AFC0E6"/>
          </a:solidFill>
          <a:ln w="0">
            <a:noFill/>
            <a:prstDash val="solid"/>
          </a:ln>
        </p:spPr>
      </p:sp>
      <p:sp>
        <p:nvSpPr>
          <p:cNvPr id="147" name="module-132">
            <a:extLst>
              <a:ext uri="{FF2B5EF4-FFF2-40B4-BE49-F238E27FC236}">
                <a16:creationId xmlns:a16="http://schemas.microsoft.com/office/drawing/2014/main" id="{92E2A69B-56B8-45D7-BBE1-BA887358AB22}"/>
              </a:ext>
            </a:extLst>
          </p:cNvPr>
          <p:cNvSpPr>
            <a:spLocks noGrp="1"/>
          </p:cNvSpPr>
          <p:nvPr/>
        </p:nvSpPr>
        <p:spPr>
          <a:xfrm>
            <a:off x="4650222" y="3393545"/>
            <a:ext cx="64626" cy="60587"/>
          </a:xfrm>
          <a:prstGeom prst="rect">
            <a:avLst/>
          </a:prstGeom>
          <a:solidFill>
            <a:srgbClr val="ACD78E"/>
          </a:solidFill>
          <a:ln w="0">
            <a:noFill/>
            <a:prstDash val="solid"/>
          </a:ln>
        </p:spPr>
      </p:sp>
      <p:sp>
        <p:nvSpPr>
          <p:cNvPr id="148" name="text-133">
            <a:extLst>
              <a:ext uri="{FF2B5EF4-FFF2-40B4-BE49-F238E27FC236}">
                <a16:creationId xmlns:a16="http://schemas.microsoft.com/office/drawing/2014/main" id="{4FDFC455-B1FD-4015-B37D-440B79EC0F72}"/>
              </a:ext>
            </a:extLst>
          </p:cNvPr>
          <p:cNvSpPr>
            <a:spLocks noGrp="1"/>
          </p:cNvSpPr>
          <p:nvPr/>
        </p:nvSpPr>
        <p:spPr>
          <a:xfrm>
            <a:off x="4545953" y="3485324"/>
            <a:ext cx="492772" cy="11309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800" b="0" i="0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800" b="0" i="0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63" b="1" dirty="0" err="1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rPr>
              <a:t>z</a:t>
            </a:r>
            <a:r>
              <a:rPr lang="en-US" sz="763" b="1" baseline="-25000" dirty="0" err="1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rPr>
              <a:t>g</a:t>
            </a:r>
            <a:r>
              <a:rPr sz="763" b="1" dirty="0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763" dirty="0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rPr>
              <a:t>∈ ℝ¹²⁸</a:t>
            </a:r>
          </a:p>
        </p:txBody>
      </p:sp>
      <p:sp>
        <p:nvSpPr>
          <p:cNvPr id="149" name="text-134">
            <a:extLst>
              <a:ext uri="{FF2B5EF4-FFF2-40B4-BE49-F238E27FC236}">
                <a16:creationId xmlns:a16="http://schemas.microsoft.com/office/drawing/2014/main" id="{6FFEE13F-5257-4DBB-8A6F-644C3184E35B}"/>
              </a:ext>
            </a:extLst>
          </p:cNvPr>
          <p:cNvSpPr>
            <a:spLocks noGrp="1"/>
          </p:cNvSpPr>
          <p:nvPr/>
        </p:nvSpPr>
        <p:spPr>
          <a:xfrm>
            <a:off x="3988555" y="3441117"/>
            <a:ext cx="468537" cy="807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200" b="0" i="0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200" b="0" i="0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509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rPr>
              <a:t>Mean readout</a:t>
            </a:r>
          </a:p>
        </p:txBody>
      </p:sp>
      <p:sp>
        <p:nvSpPr>
          <p:cNvPr id="150" name="module-135">
            <a:extLst>
              <a:ext uri="{FF2B5EF4-FFF2-40B4-BE49-F238E27FC236}">
                <a16:creationId xmlns:a16="http://schemas.microsoft.com/office/drawing/2014/main" id="{B05D714A-CF99-4BCF-8DF0-3F5CAF0E6D7C}"/>
              </a:ext>
            </a:extLst>
          </p:cNvPr>
          <p:cNvSpPr>
            <a:spLocks noGrp="1"/>
          </p:cNvSpPr>
          <p:nvPr/>
        </p:nvSpPr>
        <p:spPr>
          <a:xfrm>
            <a:off x="2348675" y="4087376"/>
            <a:ext cx="36352" cy="36352"/>
          </a:xfrm>
          <a:prstGeom prst="rect">
            <a:avLst/>
          </a:prstGeom>
          <a:solidFill>
            <a:srgbClr val="E5E5E5"/>
          </a:solidFill>
          <a:ln w="0">
            <a:noFill/>
            <a:prstDash val="solid"/>
          </a:ln>
        </p:spPr>
      </p:sp>
      <p:sp>
        <p:nvSpPr>
          <p:cNvPr id="151" name="module-136">
            <a:extLst>
              <a:ext uri="{FF2B5EF4-FFF2-40B4-BE49-F238E27FC236}">
                <a16:creationId xmlns:a16="http://schemas.microsoft.com/office/drawing/2014/main" id="{557FF49F-6F93-4EA4-9B2B-76AC86545EFB}"/>
              </a:ext>
            </a:extLst>
          </p:cNvPr>
          <p:cNvSpPr>
            <a:spLocks noGrp="1"/>
          </p:cNvSpPr>
          <p:nvPr/>
        </p:nvSpPr>
        <p:spPr>
          <a:xfrm>
            <a:off x="2348675" y="4131807"/>
            <a:ext cx="36352" cy="36352"/>
          </a:xfrm>
          <a:prstGeom prst="rect">
            <a:avLst/>
          </a:prstGeom>
          <a:solidFill>
            <a:srgbClr val="7A7A7A"/>
          </a:solidFill>
          <a:ln w="0">
            <a:noFill/>
            <a:prstDash val="solid"/>
          </a:ln>
        </p:spPr>
      </p:sp>
      <p:sp>
        <p:nvSpPr>
          <p:cNvPr id="152" name="module-137">
            <a:extLst>
              <a:ext uri="{FF2B5EF4-FFF2-40B4-BE49-F238E27FC236}">
                <a16:creationId xmlns:a16="http://schemas.microsoft.com/office/drawing/2014/main" id="{003F9407-AEF1-4D70-B7AF-9120442C9747}"/>
              </a:ext>
            </a:extLst>
          </p:cNvPr>
          <p:cNvSpPr>
            <a:spLocks noGrp="1"/>
          </p:cNvSpPr>
          <p:nvPr/>
        </p:nvSpPr>
        <p:spPr>
          <a:xfrm>
            <a:off x="2348675" y="4176237"/>
            <a:ext cx="36352" cy="36352"/>
          </a:xfrm>
          <a:prstGeom prst="rect">
            <a:avLst/>
          </a:prstGeom>
          <a:solidFill>
            <a:srgbClr val="E5E5E5"/>
          </a:solidFill>
          <a:ln w="0">
            <a:noFill/>
            <a:prstDash val="solid"/>
          </a:ln>
        </p:spPr>
      </p:sp>
      <p:sp>
        <p:nvSpPr>
          <p:cNvPr id="153" name="module-138">
            <a:extLst>
              <a:ext uri="{FF2B5EF4-FFF2-40B4-BE49-F238E27FC236}">
                <a16:creationId xmlns:a16="http://schemas.microsoft.com/office/drawing/2014/main" id="{3C24B710-B42E-4BB7-AA4D-5C7E16512B1C}"/>
              </a:ext>
            </a:extLst>
          </p:cNvPr>
          <p:cNvSpPr>
            <a:spLocks noGrp="1"/>
          </p:cNvSpPr>
          <p:nvPr/>
        </p:nvSpPr>
        <p:spPr>
          <a:xfrm>
            <a:off x="2348675" y="4220667"/>
            <a:ext cx="36352" cy="36352"/>
          </a:xfrm>
          <a:prstGeom prst="rect">
            <a:avLst/>
          </a:prstGeom>
          <a:solidFill>
            <a:srgbClr val="7A7A7A"/>
          </a:solidFill>
          <a:ln w="0">
            <a:noFill/>
            <a:prstDash val="solid"/>
          </a:ln>
        </p:spPr>
      </p:sp>
      <p:sp>
        <p:nvSpPr>
          <p:cNvPr id="154" name="module-139">
            <a:extLst>
              <a:ext uri="{FF2B5EF4-FFF2-40B4-BE49-F238E27FC236}">
                <a16:creationId xmlns:a16="http://schemas.microsoft.com/office/drawing/2014/main" id="{4A33321D-7EB7-4CB0-8100-46BEF5DF2AE0}"/>
              </a:ext>
            </a:extLst>
          </p:cNvPr>
          <p:cNvSpPr>
            <a:spLocks noGrp="1"/>
          </p:cNvSpPr>
          <p:nvPr/>
        </p:nvSpPr>
        <p:spPr>
          <a:xfrm>
            <a:off x="2348675" y="4265097"/>
            <a:ext cx="36352" cy="36352"/>
          </a:xfrm>
          <a:prstGeom prst="rect">
            <a:avLst/>
          </a:prstGeom>
          <a:solidFill>
            <a:srgbClr val="E5E5E5"/>
          </a:solidFill>
          <a:ln w="0">
            <a:noFill/>
            <a:prstDash val="solid"/>
          </a:ln>
        </p:spPr>
      </p:sp>
      <p:sp>
        <p:nvSpPr>
          <p:cNvPr id="155" name="module-140">
            <a:extLst>
              <a:ext uri="{FF2B5EF4-FFF2-40B4-BE49-F238E27FC236}">
                <a16:creationId xmlns:a16="http://schemas.microsoft.com/office/drawing/2014/main" id="{61FC9C5A-1EBD-42F8-BEAE-8B1349C3ABEE}"/>
              </a:ext>
            </a:extLst>
          </p:cNvPr>
          <p:cNvSpPr>
            <a:spLocks noGrp="1"/>
          </p:cNvSpPr>
          <p:nvPr/>
        </p:nvSpPr>
        <p:spPr>
          <a:xfrm>
            <a:off x="2348675" y="4309528"/>
            <a:ext cx="36352" cy="36352"/>
          </a:xfrm>
          <a:prstGeom prst="rect">
            <a:avLst/>
          </a:prstGeom>
          <a:solidFill>
            <a:srgbClr val="7A7A7A"/>
          </a:solidFill>
          <a:ln w="0">
            <a:noFill/>
            <a:prstDash val="solid"/>
          </a:ln>
        </p:spPr>
      </p:sp>
      <p:sp>
        <p:nvSpPr>
          <p:cNvPr id="156" name="module-141">
            <a:extLst>
              <a:ext uri="{FF2B5EF4-FFF2-40B4-BE49-F238E27FC236}">
                <a16:creationId xmlns:a16="http://schemas.microsoft.com/office/drawing/2014/main" id="{90FD0013-9152-4DD8-85D0-4814A7BE3A6C}"/>
              </a:ext>
            </a:extLst>
          </p:cNvPr>
          <p:cNvSpPr>
            <a:spLocks noGrp="1"/>
          </p:cNvSpPr>
          <p:nvPr/>
        </p:nvSpPr>
        <p:spPr>
          <a:xfrm>
            <a:off x="2348675" y="4353958"/>
            <a:ext cx="36352" cy="36352"/>
          </a:xfrm>
          <a:prstGeom prst="rect">
            <a:avLst/>
          </a:prstGeom>
          <a:solidFill>
            <a:srgbClr val="E5E5E5"/>
          </a:solidFill>
          <a:ln w="0">
            <a:noFill/>
            <a:prstDash val="solid"/>
          </a:ln>
        </p:spPr>
      </p:sp>
      <p:sp>
        <p:nvSpPr>
          <p:cNvPr id="157" name="module-142">
            <a:extLst>
              <a:ext uri="{FF2B5EF4-FFF2-40B4-BE49-F238E27FC236}">
                <a16:creationId xmlns:a16="http://schemas.microsoft.com/office/drawing/2014/main" id="{FD3EE470-3229-4046-A6AA-FB00ECFDDA3A}"/>
              </a:ext>
            </a:extLst>
          </p:cNvPr>
          <p:cNvSpPr>
            <a:spLocks noGrp="1"/>
          </p:cNvSpPr>
          <p:nvPr/>
        </p:nvSpPr>
        <p:spPr>
          <a:xfrm>
            <a:off x="2348675" y="4398388"/>
            <a:ext cx="36352" cy="36352"/>
          </a:xfrm>
          <a:prstGeom prst="rect">
            <a:avLst/>
          </a:prstGeom>
          <a:solidFill>
            <a:srgbClr val="7A7A7A"/>
          </a:solidFill>
          <a:ln w="0">
            <a:noFill/>
            <a:prstDash val="solid"/>
          </a:ln>
        </p:spPr>
      </p:sp>
      <p:sp>
        <p:nvSpPr>
          <p:cNvPr id="158" name="module-143">
            <a:extLst>
              <a:ext uri="{FF2B5EF4-FFF2-40B4-BE49-F238E27FC236}">
                <a16:creationId xmlns:a16="http://schemas.microsoft.com/office/drawing/2014/main" id="{2997B88D-4BD0-49D9-87DF-F65970DBF7AA}"/>
              </a:ext>
            </a:extLst>
          </p:cNvPr>
          <p:cNvSpPr>
            <a:spLocks noGrp="1"/>
          </p:cNvSpPr>
          <p:nvPr/>
        </p:nvSpPr>
        <p:spPr>
          <a:xfrm>
            <a:off x="2393106" y="4087376"/>
            <a:ext cx="36352" cy="36352"/>
          </a:xfrm>
          <a:prstGeom prst="rect">
            <a:avLst/>
          </a:prstGeom>
          <a:solidFill>
            <a:srgbClr val="D6D6D6"/>
          </a:solidFill>
          <a:ln w="0">
            <a:noFill/>
            <a:prstDash val="solid"/>
          </a:ln>
        </p:spPr>
      </p:sp>
      <p:sp>
        <p:nvSpPr>
          <p:cNvPr id="159" name="module-144">
            <a:extLst>
              <a:ext uri="{FF2B5EF4-FFF2-40B4-BE49-F238E27FC236}">
                <a16:creationId xmlns:a16="http://schemas.microsoft.com/office/drawing/2014/main" id="{CC516CB1-2178-430E-8B3B-AB3DF5A9A333}"/>
              </a:ext>
            </a:extLst>
          </p:cNvPr>
          <p:cNvSpPr>
            <a:spLocks noGrp="1"/>
          </p:cNvSpPr>
          <p:nvPr/>
        </p:nvSpPr>
        <p:spPr>
          <a:xfrm>
            <a:off x="2393106" y="4131807"/>
            <a:ext cx="36352" cy="36352"/>
          </a:xfrm>
          <a:prstGeom prst="rect">
            <a:avLst/>
          </a:prstGeom>
          <a:solidFill>
            <a:srgbClr val="BEBEBE"/>
          </a:solidFill>
          <a:ln w="0">
            <a:noFill/>
            <a:prstDash val="solid"/>
          </a:ln>
        </p:spPr>
      </p:sp>
      <p:sp>
        <p:nvSpPr>
          <p:cNvPr id="160" name="module-145">
            <a:extLst>
              <a:ext uri="{FF2B5EF4-FFF2-40B4-BE49-F238E27FC236}">
                <a16:creationId xmlns:a16="http://schemas.microsoft.com/office/drawing/2014/main" id="{414CAB70-A5EF-4851-A359-952DDE2E53F9}"/>
              </a:ext>
            </a:extLst>
          </p:cNvPr>
          <p:cNvSpPr>
            <a:spLocks noGrp="1"/>
          </p:cNvSpPr>
          <p:nvPr/>
        </p:nvSpPr>
        <p:spPr>
          <a:xfrm>
            <a:off x="2393106" y="4176237"/>
            <a:ext cx="36352" cy="36352"/>
          </a:xfrm>
          <a:prstGeom prst="rect">
            <a:avLst/>
          </a:prstGeom>
          <a:solidFill>
            <a:srgbClr val="D6D6D6"/>
          </a:solidFill>
          <a:ln w="0">
            <a:noFill/>
            <a:prstDash val="solid"/>
          </a:ln>
        </p:spPr>
      </p:sp>
      <p:sp>
        <p:nvSpPr>
          <p:cNvPr id="161" name="module-146">
            <a:extLst>
              <a:ext uri="{FF2B5EF4-FFF2-40B4-BE49-F238E27FC236}">
                <a16:creationId xmlns:a16="http://schemas.microsoft.com/office/drawing/2014/main" id="{E84ABD62-6390-4C48-97D0-826C206C5866}"/>
              </a:ext>
            </a:extLst>
          </p:cNvPr>
          <p:cNvSpPr>
            <a:spLocks noGrp="1"/>
          </p:cNvSpPr>
          <p:nvPr/>
        </p:nvSpPr>
        <p:spPr>
          <a:xfrm>
            <a:off x="2393106" y="4220667"/>
            <a:ext cx="36352" cy="36352"/>
          </a:xfrm>
          <a:prstGeom prst="rect">
            <a:avLst/>
          </a:prstGeom>
          <a:solidFill>
            <a:srgbClr val="BEBEBE"/>
          </a:solidFill>
          <a:ln w="0">
            <a:noFill/>
            <a:prstDash val="solid"/>
          </a:ln>
        </p:spPr>
      </p:sp>
      <p:sp>
        <p:nvSpPr>
          <p:cNvPr id="162" name="module-147">
            <a:extLst>
              <a:ext uri="{FF2B5EF4-FFF2-40B4-BE49-F238E27FC236}">
                <a16:creationId xmlns:a16="http://schemas.microsoft.com/office/drawing/2014/main" id="{B5F8AD4B-B028-4E8B-A7C6-9318EE76323E}"/>
              </a:ext>
            </a:extLst>
          </p:cNvPr>
          <p:cNvSpPr>
            <a:spLocks noGrp="1"/>
          </p:cNvSpPr>
          <p:nvPr/>
        </p:nvSpPr>
        <p:spPr>
          <a:xfrm>
            <a:off x="2393106" y="4265097"/>
            <a:ext cx="36352" cy="36352"/>
          </a:xfrm>
          <a:prstGeom prst="rect">
            <a:avLst/>
          </a:prstGeom>
          <a:solidFill>
            <a:srgbClr val="D6D6D6"/>
          </a:solidFill>
          <a:ln w="0">
            <a:noFill/>
            <a:prstDash val="solid"/>
          </a:ln>
        </p:spPr>
      </p:sp>
      <p:sp>
        <p:nvSpPr>
          <p:cNvPr id="163" name="module-148">
            <a:extLst>
              <a:ext uri="{FF2B5EF4-FFF2-40B4-BE49-F238E27FC236}">
                <a16:creationId xmlns:a16="http://schemas.microsoft.com/office/drawing/2014/main" id="{60B4E762-56DD-41E1-B380-0913DB93B184}"/>
              </a:ext>
            </a:extLst>
          </p:cNvPr>
          <p:cNvSpPr>
            <a:spLocks noGrp="1"/>
          </p:cNvSpPr>
          <p:nvPr/>
        </p:nvSpPr>
        <p:spPr>
          <a:xfrm>
            <a:off x="2393106" y="4309528"/>
            <a:ext cx="36352" cy="36352"/>
          </a:xfrm>
          <a:prstGeom prst="rect">
            <a:avLst/>
          </a:prstGeom>
          <a:solidFill>
            <a:srgbClr val="BEBEBE"/>
          </a:solidFill>
          <a:ln w="0">
            <a:noFill/>
            <a:prstDash val="solid"/>
          </a:ln>
        </p:spPr>
      </p:sp>
      <p:sp>
        <p:nvSpPr>
          <p:cNvPr id="164" name="module-149">
            <a:extLst>
              <a:ext uri="{FF2B5EF4-FFF2-40B4-BE49-F238E27FC236}">
                <a16:creationId xmlns:a16="http://schemas.microsoft.com/office/drawing/2014/main" id="{41E5AC1D-6A64-4952-9224-E91F57E147CB}"/>
              </a:ext>
            </a:extLst>
          </p:cNvPr>
          <p:cNvSpPr>
            <a:spLocks noGrp="1"/>
          </p:cNvSpPr>
          <p:nvPr/>
        </p:nvSpPr>
        <p:spPr>
          <a:xfrm>
            <a:off x="2393106" y="4353958"/>
            <a:ext cx="36352" cy="36352"/>
          </a:xfrm>
          <a:prstGeom prst="rect">
            <a:avLst/>
          </a:prstGeom>
          <a:solidFill>
            <a:srgbClr val="D6D6D6"/>
          </a:solidFill>
          <a:ln w="0">
            <a:noFill/>
            <a:prstDash val="solid"/>
          </a:ln>
        </p:spPr>
      </p:sp>
      <p:sp>
        <p:nvSpPr>
          <p:cNvPr id="165" name="module-150">
            <a:extLst>
              <a:ext uri="{FF2B5EF4-FFF2-40B4-BE49-F238E27FC236}">
                <a16:creationId xmlns:a16="http://schemas.microsoft.com/office/drawing/2014/main" id="{8134B7FB-5D19-4012-97D5-9D48107F8929}"/>
              </a:ext>
            </a:extLst>
          </p:cNvPr>
          <p:cNvSpPr>
            <a:spLocks noGrp="1"/>
          </p:cNvSpPr>
          <p:nvPr/>
        </p:nvSpPr>
        <p:spPr>
          <a:xfrm>
            <a:off x="2393106" y="4398388"/>
            <a:ext cx="36352" cy="36352"/>
          </a:xfrm>
          <a:prstGeom prst="rect">
            <a:avLst/>
          </a:prstGeom>
          <a:solidFill>
            <a:srgbClr val="BEBEBE"/>
          </a:solidFill>
          <a:ln w="0">
            <a:noFill/>
            <a:prstDash val="solid"/>
          </a:ln>
        </p:spPr>
      </p:sp>
      <p:sp>
        <p:nvSpPr>
          <p:cNvPr id="166" name="module-151">
            <a:extLst>
              <a:ext uri="{FF2B5EF4-FFF2-40B4-BE49-F238E27FC236}">
                <a16:creationId xmlns:a16="http://schemas.microsoft.com/office/drawing/2014/main" id="{A9B793BB-A259-448D-95DA-42FD8ACD481A}"/>
              </a:ext>
            </a:extLst>
          </p:cNvPr>
          <p:cNvSpPr>
            <a:spLocks noGrp="1"/>
          </p:cNvSpPr>
          <p:nvPr/>
        </p:nvSpPr>
        <p:spPr>
          <a:xfrm>
            <a:off x="2437536" y="4087376"/>
            <a:ext cx="36352" cy="36352"/>
          </a:xfrm>
          <a:prstGeom prst="rect">
            <a:avLst/>
          </a:prstGeom>
          <a:solidFill>
            <a:srgbClr val="7A7A7A"/>
          </a:solidFill>
          <a:ln w="0">
            <a:noFill/>
            <a:prstDash val="solid"/>
          </a:ln>
        </p:spPr>
      </p:sp>
      <p:sp>
        <p:nvSpPr>
          <p:cNvPr id="167" name="module-152">
            <a:extLst>
              <a:ext uri="{FF2B5EF4-FFF2-40B4-BE49-F238E27FC236}">
                <a16:creationId xmlns:a16="http://schemas.microsoft.com/office/drawing/2014/main" id="{24504588-5B2A-481B-A724-2694090D07EE}"/>
              </a:ext>
            </a:extLst>
          </p:cNvPr>
          <p:cNvSpPr>
            <a:spLocks noGrp="1"/>
          </p:cNvSpPr>
          <p:nvPr/>
        </p:nvSpPr>
        <p:spPr>
          <a:xfrm>
            <a:off x="2437536" y="4131807"/>
            <a:ext cx="36352" cy="36352"/>
          </a:xfrm>
          <a:prstGeom prst="rect">
            <a:avLst/>
          </a:prstGeom>
          <a:solidFill>
            <a:srgbClr val="E5E5E5"/>
          </a:solidFill>
          <a:ln w="0">
            <a:noFill/>
            <a:prstDash val="solid"/>
          </a:ln>
        </p:spPr>
      </p:sp>
      <p:sp>
        <p:nvSpPr>
          <p:cNvPr id="168" name="module-153">
            <a:extLst>
              <a:ext uri="{FF2B5EF4-FFF2-40B4-BE49-F238E27FC236}">
                <a16:creationId xmlns:a16="http://schemas.microsoft.com/office/drawing/2014/main" id="{2DE8AFA1-C486-4A40-A5F6-086A1759BD32}"/>
              </a:ext>
            </a:extLst>
          </p:cNvPr>
          <p:cNvSpPr>
            <a:spLocks noGrp="1"/>
          </p:cNvSpPr>
          <p:nvPr/>
        </p:nvSpPr>
        <p:spPr>
          <a:xfrm>
            <a:off x="2437536" y="4176237"/>
            <a:ext cx="36352" cy="36352"/>
          </a:xfrm>
          <a:prstGeom prst="rect">
            <a:avLst/>
          </a:prstGeom>
          <a:solidFill>
            <a:srgbClr val="7A7A7A"/>
          </a:solidFill>
          <a:ln w="0">
            <a:noFill/>
            <a:prstDash val="solid"/>
          </a:ln>
        </p:spPr>
      </p:sp>
      <p:sp>
        <p:nvSpPr>
          <p:cNvPr id="169" name="module-154">
            <a:extLst>
              <a:ext uri="{FF2B5EF4-FFF2-40B4-BE49-F238E27FC236}">
                <a16:creationId xmlns:a16="http://schemas.microsoft.com/office/drawing/2014/main" id="{C390DFD1-3271-4958-9A47-6065A58F4128}"/>
              </a:ext>
            </a:extLst>
          </p:cNvPr>
          <p:cNvSpPr>
            <a:spLocks noGrp="1"/>
          </p:cNvSpPr>
          <p:nvPr/>
        </p:nvSpPr>
        <p:spPr>
          <a:xfrm>
            <a:off x="2437536" y="4220667"/>
            <a:ext cx="36352" cy="36352"/>
          </a:xfrm>
          <a:prstGeom prst="rect">
            <a:avLst/>
          </a:prstGeom>
          <a:solidFill>
            <a:srgbClr val="E5E5E5"/>
          </a:solidFill>
          <a:ln w="0">
            <a:noFill/>
            <a:prstDash val="solid"/>
          </a:ln>
        </p:spPr>
      </p:sp>
      <p:sp>
        <p:nvSpPr>
          <p:cNvPr id="170" name="module-155">
            <a:extLst>
              <a:ext uri="{FF2B5EF4-FFF2-40B4-BE49-F238E27FC236}">
                <a16:creationId xmlns:a16="http://schemas.microsoft.com/office/drawing/2014/main" id="{2475ED9D-316D-4273-8191-01C25D7CE5D6}"/>
              </a:ext>
            </a:extLst>
          </p:cNvPr>
          <p:cNvSpPr>
            <a:spLocks noGrp="1"/>
          </p:cNvSpPr>
          <p:nvPr/>
        </p:nvSpPr>
        <p:spPr>
          <a:xfrm>
            <a:off x="2437536" y="4265097"/>
            <a:ext cx="36352" cy="36352"/>
          </a:xfrm>
          <a:prstGeom prst="rect">
            <a:avLst/>
          </a:prstGeom>
          <a:solidFill>
            <a:srgbClr val="7A7A7A"/>
          </a:solidFill>
          <a:ln w="0">
            <a:noFill/>
            <a:prstDash val="solid"/>
          </a:ln>
        </p:spPr>
      </p:sp>
      <p:sp>
        <p:nvSpPr>
          <p:cNvPr id="171" name="module-156">
            <a:extLst>
              <a:ext uri="{FF2B5EF4-FFF2-40B4-BE49-F238E27FC236}">
                <a16:creationId xmlns:a16="http://schemas.microsoft.com/office/drawing/2014/main" id="{65C5513E-5A13-4DD0-AF75-64017388EB15}"/>
              </a:ext>
            </a:extLst>
          </p:cNvPr>
          <p:cNvSpPr>
            <a:spLocks noGrp="1"/>
          </p:cNvSpPr>
          <p:nvPr/>
        </p:nvSpPr>
        <p:spPr>
          <a:xfrm>
            <a:off x="2437536" y="4309528"/>
            <a:ext cx="36352" cy="36352"/>
          </a:xfrm>
          <a:prstGeom prst="rect">
            <a:avLst/>
          </a:prstGeom>
          <a:solidFill>
            <a:srgbClr val="E5E5E5"/>
          </a:solidFill>
          <a:ln w="0">
            <a:noFill/>
            <a:prstDash val="solid"/>
          </a:ln>
        </p:spPr>
      </p:sp>
      <p:sp>
        <p:nvSpPr>
          <p:cNvPr id="172" name="module-157">
            <a:extLst>
              <a:ext uri="{FF2B5EF4-FFF2-40B4-BE49-F238E27FC236}">
                <a16:creationId xmlns:a16="http://schemas.microsoft.com/office/drawing/2014/main" id="{BCBE6BCB-E2E7-4FCF-9B12-D547882B928D}"/>
              </a:ext>
            </a:extLst>
          </p:cNvPr>
          <p:cNvSpPr>
            <a:spLocks noGrp="1"/>
          </p:cNvSpPr>
          <p:nvPr/>
        </p:nvSpPr>
        <p:spPr>
          <a:xfrm>
            <a:off x="2437536" y="4353958"/>
            <a:ext cx="36352" cy="36352"/>
          </a:xfrm>
          <a:prstGeom prst="rect">
            <a:avLst/>
          </a:prstGeom>
          <a:solidFill>
            <a:srgbClr val="7A7A7A"/>
          </a:solidFill>
          <a:ln w="0">
            <a:noFill/>
            <a:prstDash val="solid"/>
          </a:ln>
        </p:spPr>
      </p:sp>
      <p:sp>
        <p:nvSpPr>
          <p:cNvPr id="173" name="module-158">
            <a:extLst>
              <a:ext uri="{FF2B5EF4-FFF2-40B4-BE49-F238E27FC236}">
                <a16:creationId xmlns:a16="http://schemas.microsoft.com/office/drawing/2014/main" id="{E1577684-E9E7-424E-A331-E2E12E33E563}"/>
              </a:ext>
            </a:extLst>
          </p:cNvPr>
          <p:cNvSpPr>
            <a:spLocks noGrp="1"/>
          </p:cNvSpPr>
          <p:nvPr/>
        </p:nvSpPr>
        <p:spPr>
          <a:xfrm>
            <a:off x="2437536" y="4398388"/>
            <a:ext cx="36352" cy="36352"/>
          </a:xfrm>
          <a:prstGeom prst="rect">
            <a:avLst/>
          </a:prstGeom>
          <a:solidFill>
            <a:srgbClr val="E5E5E5"/>
          </a:solidFill>
          <a:ln w="0">
            <a:noFill/>
            <a:prstDash val="solid"/>
          </a:ln>
        </p:spPr>
      </p:sp>
      <p:sp>
        <p:nvSpPr>
          <p:cNvPr id="174" name="module-159">
            <a:extLst>
              <a:ext uri="{FF2B5EF4-FFF2-40B4-BE49-F238E27FC236}">
                <a16:creationId xmlns:a16="http://schemas.microsoft.com/office/drawing/2014/main" id="{08B09643-DE60-482D-9F6F-398CEBE49A49}"/>
              </a:ext>
            </a:extLst>
          </p:cNvPr>
          <p:cNvSpPr>
            <a:spLocks noGrp="1"/>
          </p:cNvSpPr>
          <p:nvPr/>
        </p:nvSpPr>
        <p:spPr>
          <a:xfrm>
            <a:off x="2481966" y="4087376"/>
            <a:ext cx="36352" cy="36352"/>
          </a:xfrm>
          <a:prstGeom prst="rect">
            <a:avLst/>
          </a:prstGeom>
          <a:solidFill>
            <a:srgbClr val="BEBEBE"/>
          </a:solidFill>
          <a:ln w="0">
            <a:noFill/>
            <a:prstDash val="solid"/>
          </a:ln>
        </p:spPr>
      </p:sp>
      <p:sp>
        <p:nvSpPr>
          <p:cNvPr id="175" name="module-160">
            <a:extLst>
              <a:ext uri="{FF2B5EF4-FFF2-40B4-BE49-F238E27FC236}">
                <a16:creationId xmlns:a16="http://schemas.microsoft.com/office/drawing/2014/main" id="{AC61EBCC-249B-4792-844A-245BD378E5F1}"/>
              </a:ext>
            </a:extLst>
          </p:cNvPr>
          <p:cNvSpPr>
            <a:spLocks noGrp="1"/>
          </p:cNvSpPr>
          <p:nvPr/>
        </p:nvSpPr>
        <p:spPr>
          <a:xfrm>
            <a:off x="2481966" y="4131807"/>
            <a:ext cx="36352" cy="36352"/>
          </a:xfrm>
          <a:prstGeom prst="rect">
            <a:avLst/>
          </a:prstGeom>
          <a:solidFill>
            <a:srgbClr val="D6D6D6"/>
          </a:solidFill>
          <a:ln w="0">
            <a:noFill/>
            <a:prstDash val="solid"/>
          </a:ln>
        </p:spPr>
      </p:sp>
      <p:sp>
        <p:nvSpPr>
          <p:cNvPr id="176" name="module-161">
            <a:extLst>
              <a:ext uri="{FF2B5EF4-FFF2-40B4-BE49-F238E27FC236}">
                <a16:creationId xmlns:a16="http://schemas.microsoft.com/office/drawing/2014/main" id="{B81AF83B-9F19-428A-84E2-18D16B931120}"/>
              </a:ext>
            </a:extLst>
          </p:cNvPr>
          <p:cNvSpPr>
            <a:spLocks noGrp="1"/>
          </p:cNvSpPr>
          <p:nvPr/>
        </p:nvSpPr>
        <p:spPr>
          <a:xfrm>
            <a:off x="2481966" y="4176237"/>
            <a:ext cx="36352" cy="36352"/>
          </a:xfrm>
          <a:prstGeom prst="rect">
            <a:avLst/>
          </a:prstGeom>
          <a:solidFill>
            <a:srgbClr val="BEBEBE"/>
          </a:solidFill>
          <a:ln w="0">
            <a:noFill/>
            <a:prstDash val="solid"/>
          </a:ln>
        </p:spPr>
      </p:sp>
      <p:sp>
        <p:nvSpPr>
          <p:cNvPr id="177" name="module-162">
            <a:extLst>
              <a:ext uri="{FF2B5EF4-FFF2-40B4-BE49-F238E27FC236}">
                <a16:creationId xmlns:a16="http://schemas.microsoft.com/office/drawing/2014/main" id="{BDC4D437-BCC9-4E54-A3E2-771BEAD99D7D}"/>
              </a:ext>
            </a:extLst>
          </p:cNvPr>
          <p:cNvSpPr>
            <a:spLocks noGrp="1"/>
          </p:cNvSpPr>
          <p:nvPr/>
        </p:nvSpPr>
        <p:spPr>
          <a:xfrm>
            <a:off x="2481966" y="4220667"/>
            <a:ext cx="36352" cy="36352"/>
          </a:xfrm>
          <a:prstGeom prst="rect">
            <a:avLst/>
          </a:prstGeom>
          <a:solidFill>
            <a:srgbClr val="D6D6D6"/>
          </a:solidFill>
          <a:ln w="0">
            <a:noFill/>
            <a:prstDash val="solid"/>
          </a:ln>
        </p:spPr>
      </p:sp>
      <p:sp>
        <p:nvSpPr>
          <p:cNvPr id="178" name="module-163">
            <a:extLst>
              <a:ext uri="{FF2B5EF4-FFF2-40B4-BE49-F238E27FC236}">
                <a16:creationId xmlns:a16="http://schemas.microsoft.com/office/drawing/2014/main" id="{128FB267-71E0-4D08-9E6A-8393D854BA75}"/>
              </a:ext>
            </a:extLst>
          </p:cNvPr>
          <p:cNvSpPr>
            <a:spLocks noGrp="1"/>
          </p:cNvSpPr>
          <p:nvPr/>
        </p:nvSpPr>
        <p:spPr>
          <a:xfrm>
            <a:off x="2481966" y="4265097"/>
            <a:ext cx="36352" cy="36352"/>
          </a:xfrm>
          <a:prstGeom prst="rect">
            <a:avLst/>
          </a:prstGeom>
          <a:solidFill>
            <a:srgbClr val="BEBEBE"/>
          </a:solidFill>
          <a:ln w="0">
            <a:noFill/>
            <a:prstDash val="solid"/>
          </a:ln>
        </p:spPr>
      </p:sp>
      <p:sp>
        <p:nvSpPr>
          <p:cNvPr id="179" name="module-164">
            <a:extLst>
              <a:ext uri="{FF2B5EF4-FFF2-40B4-BE49-F238E27FC236}">
                <a16:creationId xmlns:a16="http://schemas.microsoft.com/office/drawing/2014/main" id="{FFFE2775-9AD5-410F-BDA3-EBD9FCE21723}"/>
              </a:ext>
            </a:extLst>
          </p:cNvPr>
          <p:cNvSpPr>
            <a:spLocks noGrp="1"/>
          </p:cNvSpPr>
          <p:nvPr/>
        </p:nvSpPr>
        <p:spPr>
          <a:xfrm>
            <a:off x="2481966" y="4309528"/>
            <a:ext cx="36352" cy="36352"/>
          </a:xfrm>
          <a:prstGeom prst="rect">
            <a:avLst/>
          </a:prstGeom>
          <a:solidFill>
            <a:srgbClr val="D6D6D6"/>
          </a:solidFill>
          <a:ln w="0">
            <a:noFill/>
            <a:prstDash val="solid"/>
          </a:ln>
        </p:spPr>
      </p:sp>
      <p:sp>
        <p:nvSpPr>
          <p:cNvPr id="180" name="module-165">
            <a:extLst>
              <a:ext uri="{FF2B5EF4-FFF2-40B4-BE49-F238E27FC236}">
                <a16:creationId xmlns:a16="http://schemas.microsoft.com/office/drawing/2014/main" id="{C8669CEB-672A-4577-BD6A-8EA461B4B10D}"/>
              </a:ext>
            </a:extLst>
          </p:cNvPr>
          <p:cNvSpPr>
            <a:spLocks noGrp="1"/>
          </p:cNvSpPr>
          <p:nvPr/>
        </p:nvSpPr>
        <p:spPr>
          <a:xfrm>
            <a:off x="2481966" y="4353958"/>
            <a:ext cx="36352" cy="36352"/>
          </a:xfrm>
          <a:prstGeom prst="rect">
            <a:avLst/>
          </a:prstGeom>
          <a:solidFill>
            <a:srgbClr val="BEBEBE"/>
          </a:solidFill>
          <a:ln w="0">
            <a:noFill/>
            <a:prstDash val="solid"/>
          </a:ln>
        </p:spPr>
      </p:sp>
      <p:sp>
        <p:nvSpPr>
          <p:cNvPr id="181" name="module-166">
            <a:extLst>
              <a:ext uri="{FF2B5EF4-FFF2-40B4-BE49-F238E27FC236}">
                <a16:creationId xmlns:a16="http://schemas.microsoft.com/office/drawing/2014/main" id="{B4AE95E6-A5DD-493D-A3AD-B593C0BAF258}"/>
              </a:ext>
            </a:extLst>
          </p:cNvPr>
          <p:cNvSpPr>
            <a:spLocks noGrp="1"/>
          </p:cNvSpPr>
          <p:nvPr/>
        </p:nvSpPr>
        <p:spPr>
          <a:xfrm>
            <a:off x="2481966" y="4398388"/>
            <a:ext cx="36352" cy="36352"/>
          </a:xfrm>
          <a:prstGeom prst="rect">
            <a:avLst/>
          </a:prstGeom>
          <a:solidFill>
            <a:srgbClr val="D6D6D6"/>
          </a:solidFill>
          <a:ln w="0">
            <a:noFill/>
            <a:prstDash val="solid"/>
          </a:ln>
        </p:spPr>
      </p:sp>
      <p:sp>
        <p:nvSpPr>
          <p:cNvPr id="182" name="module-167">
            <a:extLst>
              <a:ext uri="{FF2B5EF4-FFF2-40B4-BE49-F238E27FC236}">
                <a16:creationId xmlns:a16="http://schemas.microsoft.com/office/drawing/2014/main" id="{32646E99-567D-40C0-8E91-784C5ED50716}"/>
              </a:ext>
            </a:extLst>
          </p:cNvPr>
          <p:cNvSpPr>
            <a:spLocks noGrp="1"/>
          </p:cNvSpPr>
          <p:nvPr/>
        </p:nvSpPr>
        <p:spPr>
          <a:xfrm>
            <a:off x="2526396" y="4087376"/>
            <a:ext cx="36352" cy="36352"/>
          </a:xfrm>
          <a:prstGeom prst="rect">
            <a:avLst/>
          </a:prstGeom>
          <a:solidFill>
            <a:srgbClr val="E5E5E5"/>
          </a:solidFill>
          <a:ln w="0">
            <a:noFill/>
            <a:prstDash val="solid"/>
          </a:ln>
        </p:spPr>
      </p:sp>
      <p:sp>
        <p:nvSpPr>
          <p:cNvPr id="183" name="module-168">
            <a:extLst>
              <a:ext uri="{FF2B5EF4-FFF2-40B4-BE49-F238E27FC236}">
                <a16:creationId xmlns:a16="http://schemas.microsoft.com/office/drawing/2014/main" id="{6F7CB768-48C5-4167-96C7-B7484BA5DC80}"/>
              </a:ext>
            </a:extLst>
          </p:cNvPr>
          <p:cNvSpPr>
            <a:spLocks noGrp="1"/>
          </p:cNvSpPr>
          <p:nvPr/>
        </p:nvSpPr>
        <p:spPr>
          <a:xfrm>
            <a:off x="2526396" y="4131807"/>
            <a:ext cx="36352" cy="36352"/>
          </a:xfrm>
          <a:prstGeom prst="rect">
            <a:avLst/>
          </a:prstGeom>
          <a:solidFill>
            <a:srgbClr val="7A7A7A"/>
          </a:solidFill>
          <a:ln w="0">
            <a:noFill/>
            <a:prstDash val="solid"/>
          </a:ln>
        </p:spPr>
      </p:sp>
      <p:sp>
        <p:nvSpPr>
          <p:cNvPr id="184" name="module-169">
            <a:extLst>
              <a:ext uri="{FF2B5EF4-FFF2-40B4-BE49-F238E27FC236}">
                <a16:creationId xmlns:a16="http://schemas.microsoft.com/office/drawing/2014/main" id="{B225302E-AF6B-492F-9E1C-DDBAA4EFB26E}"/>
              </a:ext>
            </a:extLst>
          </p:cNvPr>
          <p:cNvSpPr>
            <a:spLocks noGrp="1"/>
          </p:cNvSpPr>
          <p:nvPr/>
        </p:nvSpPr>
        <p:spPr>
          <a:xfrm>
            <a:off x="2526396" y="4176237"/>
            <a:ext cx="36352" cy="36352"/>
          </a:xfrm>
          <a:prstGeom prst="rect">
            <a:avLst/>
          </a:prstGeom>
          <a:solidFill>
            <a:srgbClr val="E5E5E5"/>
          </a:solidFill>
          <a:ln w="0">
            <a:noFill/>
            <a:prstDash val="solid"/>
          </a:ln>
        </p:spPr>
      </p:sp>
      <p:sp>
        <p:nvSpPr>
          <p:cNvPr id="185" name="module-170">
            <a:extLst>
              <a:ext uri="{FF2B5EF4-FFF2-40B4-BE49-F238E27FC236}">
                <a16:creationId xmlns:a16="http://schemas.microsoft.com/office/drawing/2014/main" id="{7D131829-2FBF-428E-B026-CFEE3F3C42D8}"/>
              </a:ext>
            </a:extLst>
          </p:cNvPr>
          <p:cNvSpPr>
            <a:spLocks noGrp="1"/>
          </p:cNvSpPr>
          <p:nvPr/>
        </p:nvSpPr>
        <p:spPr>
          <a:xfrm>
            <a:off x="2526396" y="4220667"/>
            <a:ext cx="36352" cy="36352"/>
          </a:xfrm>
          <a:prstGeom prst="rect">
            <a:avLst/>
          </a:prstGeom>
          <a:solidFill>
            <a:srgbClr val="7A7A7A"/>
          </a:solidFill>
          <a:ln w="0">
            <a:noFill/>
            <a:prstDash val="solid"/>
          </a:ln>
        </p:spPr>
      </p:sp>
      <p:sp>
        <p:nvSpPr>
          <p:cNvPr id="186" name="module-171">
            <a:extLst>
              <a:ext uri="{FF2B5EF4-FFF2-40B4-BE49-F238E27FC236}">
                <a16:creationId xmlns:a16="http://schemas.microsoft.com/office/drawing/2014/main" id="{35476859-2516-4E94-96D4-F1FFA0D8333F}"/>
              </a:ext>
            </a:extLst>
          </p:cNvPr>
          <p:cNvSpPr>
            <a:spLocks noGrp="1"/>
          </p:cNvSpPr>
          <p:nvPr/>
        </p:nvSpPr>
        <p:spPr>
          <a:xfrm>
            <a:off x="2526396" y="4265097"/>
            <a:ext cx="36352" cy="36352"/>
          </a:xfrm>
          <a:prstGeom prst="rect">
            <a:avLst/>
          </a:prstGeom>
          <a:solidFill>
            <a:srgbClr val="E5E5E5"/>
          </a:solidFill>
          <a:ln w="0">
            <a:noFill/>
            <a:prstDash val="solid"/>
          </a:ln>
        </p:spPr>
      </p:sp>
      <p:sp>
        <p:nvSpPr>
          <p:cNvPr id="187" name="module-172">
            <a:extLst>
              <a:ext uri="{FF2B5EF4-FFF2-40B4-BE49-F238E27FC236}">
                <a16:creationId xmlns:a16="http://schemas.microsoft.com/office/drawing/2014/main" id="{A142D8D5-8A44-4983-94D9-672A934089DE}"/>
              </a:ext>
            </a:extLst>
          </p:cNvPr>
          <p:cNvSpPr>
            <a:spLocks noGrp="1"/>
          </p:cNvSpPr>
          <p:nvPr/>
        </p:nvSpPr>
        <p:spPr>
          <a:xfrm>
            <a:off x="2526396" y="4309528"/>
            <a:ext cx="36352" cy="36352"/>
          </a:xfrm>
          <a:prstGeom prst="rect">
            <a:avLst/>
          </a:prstGeom>
          <a:solidFill>
            <a:srgbClr val="7A7A7A"/>
          </a:solidFill>
          <a:ln w="0">
            <a:noFill/>
            <a:prstDash val="solid"/>
          </a:ln>
        </p:spPr>
      </p:sp>
      <p:sp>
        <p:nvSpPr>
          <p:cNvPr id="188" name="module-173">
            <a:extLst>
              <a:ext uri="{FF2B5EF4-FFF2-40B4-BE49-F238E27FC236}">
                <a16:creationId xmlns:a16="http://schemas.microsoft.com/office/drawing/2014/main" id="{5EA93530-9CD6-4092-84F2-DCEBA1B122F0}"/>
              </a:ext>
            </a:extLst>
          </p:cNvPr>
          <p:cNvSpPr>
            <a:spLocks noGrp="1"/>
          </p:cNvSpPr>
          <p:nvPr/>
        </p:nvSpPr>
        <p:spPr>
          <a:xfrm>
            <a:off x="2526396" y="4353958"/>
            <a:ext cx="36352" cy="36352"/>
          </a:xfrm>
          <a:prstGeom prst="rect">
            <a:avLst/>
          </a:prstGeom>
          <a:solidFill>
            <a:srgbClr val="E5E5E5"/>
          </a:solidFill>
          <a:ln w="0">
            <a:noFill/>
            <a:prstDash val="solid"/>
          </a:ln>
        </p:spPr>
      </p:sp>
      <p:sp>
        <p:nvSpPr>
          <p:cNvPr id="189" name="module-174">
            <a:extLst>
              <a:ext uri="{FF2B5EF4-FFF2-40B4-BE49-F238E27FC236}">
                <a16:creationId xmlns:a16="http://schemas.microsoft.com/office/drawing/2014/main" id="{31EEFB70-B542-4075-A5F1-30559A668CF0}"/>
              </a:ext>
            </a:extLst>
          </p:cNvPr>
          <p:cNvSpPr>
            <a:spLocks noGrp="1"/>
          </p:cNvSpPr>
          <p:nvPr/>
        </p:nvSpPr>
        <p:spPr>
          <a:xfrm>
            <a:off x="2526396" y="4398388"/>
            <a:ext cx="36352" cy="36352"/>
          </a:xfrm>
          <a:prstGeom prst="rect">
            <a:avLst/>
          </a:prstGeom>
          <a:solidFill>
            <a:srgbClr val="7A7A7A"/>
          </a:solidFill>
          <a:ln w="0">
            <a:noFill/>
            <a:prstDash val="solid"/>
          </a:ln>
        </p:spPr>
      </p:sp>
      <p:sp>
        <p:nvSpPr>
          <p:cNvPr id="190" name="module-175">
            <a:extLst>
              <a:ext uri="{FF2B5EF4-FFF2-40B4-BE49-F238E27FC236}">
                <a16:creationId xmlns:a16="http://schemas.microsoft.com/office/drawing/2014/main" id="{1279BC1C-CE02-4B0B-8225-7298D1694987}"/>
              </a:ext>
            </a:extLst>
          </p:cNvPr>
          <p:cNvSpPr>
            <a:spLocks noGrp="1"/>
          </p:cNvSpPr>
          <p:nvPr/>
        </p:nvSpPr>
        <p:spPr>
          <a:xfrm>
            <a:off x="2570827" y="4087376"/>
            <a:ext cx="36352" cy="36352"/>
          </a:xfrm>
          <a:prstGeom prst="rect">
            <a:avLst/>
          </a:prstGeom>
          <a:solidFill>
            <a:srgbClr val="D6D6D6"/>
          </a:solidFill>
          <a:ln w="0">
            <a:noFill/>
            <a:prstDash val="solid"/>
          </a:ln>
        </p:spPr>
      </p:sp>
      <p:sp>
        <p:nvSpPr>
          <p:cNvPr id="191" name="module-176">
            <a:extLst>
              <a:ext uri="{FF2B5EF4-FFF2-40B4-BE49-F238E27FC236}">
                <a16:creationId xmlns:a16="http://schemas.microsoft.com/office/drawing/2014/main" id="{C5BA4263-B820-41BD-BD52-626BB32F43A0}"/>
              </a:ext>
            </a:extLst>
          </p:cNvPr>
          <p:cNvSpPr>
            <a:spLocks noGrp="1"/>
          </p:cNvSpPr>
          <p:nvPr/>
        </p:nvSpPr>
        <p:spPr>
          <a:xfrm>
            <a:off x="2570827" y="4131807"/>
            <a:ext cx="36352" cy="36352"/>
          </a:xfrm>
          <a:prstGeom prst="rect">
            <a:avLst/>
          </a:prstGeom>
          <a:solidFill>
            <a:srgbClr val="BEBEBE"/>
          </a:solidFill>
          <a:ln w="0">
            <a:noFill/>
            <a:prstDash val="solid"/>
          </a:ln>
        </p:spPr>
      </p:sp>
      <p:sp>
        <p:nvSpPr>
          <p:cNvPr id="192" name="module-177">
            <a:extLst>
              <a:ext uri="{FF2B5EF4-FFF2-40B4-BE49-F238E27FC236}">
                <a16:creationId xmlns:a16="http://schemas.microsoft.com/office/drawing/2014/main" id="{2F886FB8-5089-4E5C-A1BF-834A14BC9484}"/>
              </a:ext>
            </a:extLst>
          </p:cNvPr>
          <p:cNvSpPr>
            <a:spLocks noGrp="1"/>
          </p:cNvSpPr>
          <p:nvPr/>
        </p:nvSpPr>
        <p:spPr>
          <a:xfrm>
            <a:off x="2570827" y="4176237"/>
            <a:ext cx="36352" cy="36352"/>
          </a:xfrm>
          <a:prstGeom prst="rect">
            <a:avLst/>
          </a:prstGeom>
          <a:solidFill>
            <a:srgbClr val="D6D6D6"/>
          </a:solidFill>
          <a:ln w="0">
            <a:noFill/>
            <a:prstDash val="solid"/>
          </a:ln>
        </p:spPr>
      </p:sp>
      <p:sp>
        <p:nvSpPr>
          <p:cNvPr id="193" name="module-178">
            <a:extLst>
              <a:ext uri="{FF2B5EF4-FFF2-40B4-BE49-F238E27FC236}">
                <a16:creationId xmlns:a16="http://schemas.microsoft.com/office/drawing/2014/main" id="{DECE1F6D-7DD0-4BC4-9B73-9C8E00135D14}"/>
              </a:ext>
            </a:extLst>
          </p:cNvPr>
          <p:cNvSpPr>
            <a:spLocks noGrp="1"/>
          </p:cNvSpPr>
          <p:nvPr/>
        </p:nvSpPr>
        <p:spPr>
          <a:xfrm>
            <a:off x="2570827" y="4220667"/>
            <a:ext cx="36352" cy="36352"/>
          </a:xfrm>
          <a:prstGeom prst="rect">
            <a:avLst/>
          </a:prstGeom>
          <a:solidFill>
            <a:srgbClr val="BEBEBE"/>
          </a:solidFill>
          <a:ln w="0">
            <a:noFill/>
            <a:prstDash val="solid"/>
          </a:ln>
        </p:spPr>
      </p:sp>
      <p:sp>
        <p:nvSpPr>
          <p:cNvPr id="194" name="module-179">
            <a:extLst>
              <a:ext uri="{FF2B5EF4-FFF2-40B4-BE49-F238E27FC236}">
                <a16:creationId xmlns:a16="http://schemas.microsoft.com/office/drawing/2014/main" id="{3660EAA7-7B22-4E62-9890-B54F12B37853}"/>
              </a:ext>
            </a:extLst>
          </p:cNvPr>
          <p:cNvSpPr>
            <a:spLocks noGrp="1"/>
          </p:cNvSpPr>
          <p:nvPr/>
        </p:nvSpPr>
        <p:spPr>
          <a:xfrm>
            <a:off x="2570827" y="4265097"/>
            <a:ext cx="36352" cy="36352"/>
          </a:xfrm>
          <a:prstGeom prst="rect">
            <a:avLst/>
          </a:prstGeom>
          <a:solidFill>
            <a:srgbClr val="D6D6D6"/>
          </a:solidFill>
          <a:ln w="0">
            <a:noFill/>
            <a:prstDash val="solid"/>
          </a:ln>
        </p:spPr>
      </p:sp>
      <p:sp>
        <p:nvSpPr>
          <p:cNvPr id="195" name="module-180">
            <a:extLst>
              <a:ext uri="{FF2B5EF4-FFF2-40B4-BE49-F238E27FC236}">
                <a16:creationId xmlns:a16="http://schemas.microsoft.com/office/drawing/2014/main" id="{3FDAD6CD-3877-4BA1-B61B-3DAC1395F151}"/>
              </a:ext>
            </a:extLst>
          </p:cNvPr>
          <p:cNvSpPr>
            <a:spLocks noGrp="1"/>
          </p:cNvSpPr>
          <p:nvPr/>
        </p:nvSpPr>
        <p:spPr>
          <a:xfrm>
            <a:off x="2570827" y="4309528"/>
            <a:ext cx="36352" cy="36352"/>
          </a:xfrm>
          <a:prstGeom prst="rect">
            <a:avLst/>
          </a:prstGeom>
          <a:solidFill>
            <a:srgbClr val="BEBEBE"/>
          </a:solidFill>
          <a:ln w="0">
            <a:noFill/>
            <a:prstDash val="solid"/>
          </a:ln>
        </p:spPr>
      </p:sp>
      <p:sp>
        <p:nvSpPr>
          <p:cNvPr id="196" name="module-181">
            <a:extLst>
              <a:ext uri="{FF2B5EF4-FFF2-40B4-BE49-F238E27FC236}">
                <a16:creationId xmlns:a16="http://schemas.microsoft.com/office/drawing/2014/main" id="{DD1DADAE-1632-4214-9A0D-105D3A25BDF8}"/>
              </a:ext>
            </a:extLst>
          </p:cNvPr>
          <p:cNvSpPr>
            <a:spLocks noGrp="1"/>
          </p:cNvSpPr>
          <p:nvPr/>
        </p:nvSpPr>
        <p:spPr>
          <a:xfrm>
            <a:off x="2570827" y="4353958"/>
            <a:ext cx="36352" cy="36352"/>
          </a:xfrm>
          <a:prstGeom prst="rect">
            <a:avLst/>
          </a:prstGeom>
          <a:solidFill>
            <a:srgbClr val="D6D6D6"/>
          </a:solidFill>
          <a:ln w="0">
            <a:noFill/>
            <a:prstDash val="solid"/>
          </a:ln>
        </p:spPr>
      </p:sp>
      <p:sp>
        <p:nvSpPr>
          <p:cNvPr id="197" name="module-182">
            <a:extLst>
              <a:ext uri="{FF2B5EF4-FFF2-40B4-BE49-F238E27FC236}">
                <a16:creationId xmlns:a16="http://schemas.microsoft.com/office/drawing/2014/main" id="{44E861CF-4661-43E5-A602-10CC9720C00B}"/>
              </a:ext>
            </a:extLst>
          </p:cNvPr>
          <p:cNvSpPr>
            <a:spLocks noGrp="1"/>
          </p:cNvSpPr>
          <p:nvPr/>
        </p:nvSpPr>
        <p:spPr>
          <a:xfrm>
            <a:off x="2570827" y="4398388"/>
            <a:ext cx="36352" cy="36352"/>
          </a:xfrm>
          <a:prstGeom prst="rect">
            <a:avLst/>
          </a:prstGeom>
          <a:solidFill>
            <a:srgbClr val="BEBEBE"/>
          </a:solidFill>
          <a:ln w="0">
            <a:noFill/>
            <a:prstDash val="solid"/>
          </a:ln>
        </p:spPr>
      </p:sp>
      <p:sp>
        <p:nvSpPr>
          <p:cNvPr id="198" name="module-183">
            <a:extLst>
              <a:ext uri="{FF2B5EF4-FFF2-40B4-BE49-F238E27FC236}">
                <a16:creationId xmlns:a16="http://schemas.microsoft.com/office/drawing/2014/main" id="{AAD376BF-6AE3-485A-B9D9-69FAD99EE474}"/>
              </a:ext>
            </a:extLst>
          </p:cNvPr>
          <p:cNvSpPr>
            <a:spLocks noGrp="1"/>
          </p:cNvSpPr>
          <p:nvPr/>
        </p:nvSpPr>
        <p:spPr>
          <a:xfrm>
            <a:off x="2615257" y="4087376"/>
            <a:ext cx="36352" cy="36352"/>
          </a:xfrm>
          <a:prstGeom prst="rect">
            <a:avLst/>
          </a:prstGeom>
          <a:solidFill>
            <a:srgbClr val="7A7A7A"/>
          </a:solidFill>
          <a:ln w="0">
            <a:noFill/>
            <a:prstDash val="solid"/>
          </a:ln>
        </p:spPr>
      </p:sp>
      <p:sp>
        <p:nvSpPr>
          <p:cNvPr id="199" name="module-184">
            <a:extLst>
              <a:ext uri="{FF2B5EF4-FFF2-40B4-BE49-F238E27FC236}">
                <a16:creationId xmlns:a16="http://schemas.microsoft.com/office/drawing/2014/main" id="{63E075A7-7A0E-4F8D-A26B-670231ABD83D}"/>
              </a:ext>
            </a:extLst>
          </p:cNvPr>
          <p:cNvSpPr>
            <a:spLocks noGrp="1"/>
          </p:cNvSpPr>
          <p:nvPr/>
        </p:nvSpPr>
        <p:spPr>
          <a:xfrm>
            <a:off x="2615257" y="4131807"/>
            <a:ext cx="36352" cy="36352"/>
          </a:xfrm>
          <a:prstGeom prst="rect">
            <a:avLst/>
          </a:prstGeom>
          <a:solidFill>
            <a:srgbClr val="E5E5E5"/>
          </a:solidFill>
          <a:ln w="0">
            <a:noFill/>
            <a:prstDash val="solid"/>
          </a:ln>
        </p:spPr>
      </p:sp>
      <p:sp>
        <p:nvSpPr>
          <p:cNvPr id="200" name="module-185">
            <a:extLst>
              <a:ext uri="{FF2B5EF4-FFF2-40B4-BE49-F238E27FC236}">
                <a16:creationId xmlns:a16="http://schemas.microsoft.com/office/drawing/2014/main" id="{31F7CAEE-50A4-4D3C-96B9-71E1A14AFEE3}"/>
              </a:ext>
            </a:extLst>
          </p:cNvPr>
          <p:cNvSpPr>
            <a:spLocks noGrp="1"/>
          </p:cNvSpPr>
          <p:nvPr/>
        </p:nvSpPr>
        <p:spPr>
          <a:xfrm>
            <a:off x="2615257" y="4176237"/>
            <a:ext cx="36352" cy="36352"/>
          </a:xfrm>
          <a:prstGeom prst="rect">
            <a:avLst/>
          </a:prstGeom>
          <a:solidFill>
            <a:srgbClr val="7A7A7A"/>
          </a:solidFill>
          <a:ln w="0">
            <a:noFill/>
            <a:prstDash val="solid"/>
          </a:ln>
        </p:spPr>
      </p:sp>
      <p:sp>
        <p:nvSpPr>
          <p:cNvPr id="201" name="module-186">
            <a:extLst>
              <a:ext uri="{FF2B5EF4-FFF2-40B4-BE49-F238E27FC236}">
                <a16:creationId xmlns:a16="http://schemas.microsoft.com/office/drawing/2014/main" id="{169EB9AB-C5FC-42D2-B768-9067E0D304F3}"/>
              </a:ext>
            </a:extLst>
          </p:cNvPr>
          <p:cNvSpPr>
            <a:spLocks noGrp="1"/>
          </p:cNvSpPr>
          <p:nvPr/>
        </p:nvSpPr>
        <p:spPr>
          <a:xfrm>
            <a:off x="2615257" y="4220667"/>
            <a:ext cx="36352" cy="36352"/>
          </a:xfrm>
          <a:prstGeom prst="rect">
            <a:avLst/>
          </a:prstGeom>
          <a:solidFill>
            <a:srgbClr val="E5E5E5"/>
          </a:solidFill>
          <a:ln w="0">
            <a:noFill/>
            <a:prstDash val="solid"/>
          </a:ln>
        </p:spPr>
      </p:sp>
      <p:sp>
        <p:nvSpPr>
          <p:cNvPr id="202" name="module-187">
            <a:extLst>
              <a:ext uri="{FF2B5EF4-FFF2-40B4-BE49-F238E27FC236}">
                <a16:creationId xmlns:a16="http://schemas.microsoft.com/office/drawing/2014/main" id="{CA5319BC-7A77-4FB2-8BFB-75621DF76B87}"/>
              </a:ext>
            </a:extLst>
          </p:cNvPr>
          <p:cNvSpPr>
            <a:spLocks noGrp="1"/>
          </p:cNvSpPr>
          <p:nvPr/>
        </p:nvSpPr>
        <p:spPr>
          <a:xfrm>
            <a:off x="2615257" y="4265097"/>
            <a:ext cx="36352" cy="36352"/>
          </a:xfrm>
          <a:prstGeom prst="rect">
            <a:avLst/>
          </a:prstGeom>
          <a:solidFill>
            <a:srgbClr val="7A7A7A"/>
          </a:solidFill>
          <a:ln w="0">
            <a:noFill/>
            <a:prstDash val="solid"/>
          </a:ln>
        </p:spPr>
      </p:sp>
      <p:sp>
        <p:nvSpPr>
          <p:cNvPr id="203" name="module-188">
            <a:extLst>
              <a:ext uri="{FF2B5EF4-FFF2-40B4-BE49-F238E27FC236}">
                <a16:creationId xmlns:a16="http://schemas.microsoft.com/office/drawing/2014/main" id="{E713DAAD-36A0-4F4B-B508-03B49BD0EEC9}"/>
              </a:ext>
            </a:extLst>
          </p:cNvPr>
          <p:cNvSpPr>
            <a:spLocks noGrp="1"/>
          </p:cNvSpPr>
          <p:nvPr/>
        </p:nvSpPr>
        <p:spPr>
          <a:xfrm>
            <a:off x="2615257" y="4309528"/>
            <a:ext cx="36352" cy="36352"/>
          </a:xfrm>
          <a:prstGeom prst="rect">
            <a:avLst/>
          </a:prstGeom>
          <a:solidFill>
            <a:srgbClr val="E5E5E5"/>
          </a:solidFill>
          <a:ln w="0">
            <a:noFill/>
            <a:prstDash val="solid"/>
          </a:ln>
        </p:spPr>
      </p:sp>
      <p:sp>
        <p:nvSpPr>
          <p:cNvPr id="204" name="module-189">
            <a:extLst>
              <a:ext uri="{FF2B5EF4-FFF2-40B4-BE49-F238E27FC236}">
                <a16:creationId xmlns:a16="http://schemas.microsoft.com/office/drawing/2014/main" id="{99AFF18B-1BC4-4183-8A3E-CA165E721ACE}"/>
              </a:ext>
            </a:extLst>
          </p:cNvPr>
          <p:cNvSpPr>
            <a:spLocks noGrp="1"/>
          </p:cNvSpPr>
          <p:nvPr/>
        </p:nvSpPr>
        <p:spPr>
          <a:xfrm>
            <a:off x="2615257" y="4353958"/>
            <a:ext cx="36352" cy="36352"/>
          </a:xfrm>
          <a:prstGeom prst="rect">
            <a:avLst/>
          </a:prstGeom>
          <a:solidFill>
            <a:srgbClr val="7A7A7A"/>
          </a:solidFill>
          <a:ln w="0">
            <a:noFill/>
            <a:prstDash val="solid"/>
          </a:ln>
        </p:spPr>
      </p:sp>
      <p:sp>
        <p:nvSpPr>
          <p:cNvPr id="205" name="module-190">
            <a:extLst>
              <a:ext uri="{FF2B5EF4-FFF2-40B4-BE49-F238E27FC236}">
                <a16:creationId xmlns:a16="http://schemas.microsoft.com/office/drawing/2014/main" id="{F10F592E-1D56-425F-921D-1CCB2BC48A3B}"/>
              </a:ext>
            </a:extLst>
          </p:cNvPr>
          <p:cNvSpPr>
            <a:spLocks noGrp="1"/>
          </p:cNvSpPr>
          <p:nvPr/>
        </p:nvSpPr>
        <p:spPr>
          <a:xfrm>
            <a:off x="2615257" y="4398388"/>
            <a:ext cx="36352" cy="36352"/>
          </a:xfrm>
          <a:prstGeom prst="rect">
            <a:avLst/>
          </a:prstGeom>
          <a:solidFill>
            <a:srgbClr val="E5E5E5"/>
          </a:solidFill>
          <a:ln w="0">
            <a:noFill/>
            <a:prstDash val="solid"/>
          </a:ln>
        </p:spPr>
      </p:sp>
      <p:sp>
        <p:nvSpPr>
          <p:cNvPr id="206" name="module-191">
            <a:extLst>
              <a:ext uri="{FF2B5EF4-FFF2-40B4-BE49-F238E27FC236}">
                <a16:creationId xmlns:a16="http://schemas.microsoft.com/office/drawing/2014/main" id="{D62930BE-50A5-4EDB-873B-76480C5F4B3B}"/>
              </a:ext>
            </a:extLst>
          </p:cNvPr>
          <p:cNvSpPr>
            <a:spLocks noGrp="1"/>
          </p:cNvSpPr>
          <p:nvPr/>
        </p:nvSpPr>
        <p:spPr>
          <a:xfrm>
            <a:off x="2659687" y="4087376"/>
            <a:ext cx="36352" cy="36352"/>
          </a:xfrm>
          <a:prstGeom prst="rect">
            <a:avLst/>
          </a:prstGeom>
          <a:solidFill>
            <a:srgbClr val="BEBEBE"/>
          </a:solidFill>
          <a:ln w="0">
            <a:noFill/>
            <a:prstDash val="solid"/>
          </a:ln>
        </p:spPr>
      </p:sp>
      <p:sp>
        <p:nvSpPr>
          <p:cNvPr id="207" name="module-192">
            <a:extLst>
              <a:ext uri="{FF2B5EF4-FFF2-40B4-BE49-F238E27FC236}">
                <a16:creationId xmlns:a16="http://schemas.microsoft.com/office/drawing/2014/main" id="{AA38C7D7-2C55-48F5-A35A-9FA6FCA0AABE}"/>
              </a:ext>
            </a:extLst>
          </p:cNvPr>
          <p:cNvSpPr>
            <a:spLocks noGrp="1"/>
          </p:cNvSpPr>
          <p:nvPr/>
        </p:nvSpPr>
        <p:spPr>
          <a:xfrm>
            <a:off x="2659687" y="4131807"/>
            <a:ext cx="36352" cy="36352"/>
          </a:xfrm>
          <a:prstGeom prst="rect">
            <a:avLst/>
          </a:prstGeom>
          <a:solidFill>
            <a:srgbClr val="D6D6D6"/>
          </a:solidFill>
          <a:ln w="0">
            <a:noFill/>
            <a:prstDash val="solid"/>
          </a:ln>
        </p:spPr>
      </p:sp>
      <p:sp>
        <p:nvSpPr>
          <p:cNvPr id="208" name="module-193">
            <a:extLst>
              <a:ext uri="{FF2B5EF4-FFF2-40B4-BE49-F238E27FC236}">
                <a16:creationId xmlns:a16="http://schemas.microsoft.com/office/drawing/2014/main" id="{4E9F5B37-D50F-4BD6-BD79-0E313F0A57AB}"/>
              </a:ext>
            </a:extLst>
          </p:cNvPr>
          <p:cNvSpPr>
            <a:spLocks noGrp="1"/>
          </p:cNvSpPr>
          <p:nvPr/>
        </p:nvSpPr>
        <p:spPr>
          <a:xfrm>
            <a:off x="2659687" y="4176237"/>
            <a:ext cx="36352" cy="36352"/>
          </a:xfrm>
          <a:prstGeom prst="rect">
            <a:avLst/>
          </a:prstGeom>
          <a:solidFill>
            <a:srgbClr val="BEBEBE"/>
          </a:solidFill>
          <a:ln w="0">
            <a:noFill/>
            <a:prstDash val="solid"/>
          </a:ln>
        </p:spPr>
      </p:sp>
      <p:sp>
        <p:nvSpPr>
          <p:cNvPr id="209" name="module-194">
            <a:extLst>
              <a:ext uri="{FF2B5EF4-FFF2-40B4-BE49-F238E27FC236}">
                <a16:creationId xmlns:a16="http://schemas.microsoft.com/office/drawing/2014/main" id="{DCF5CF26-B3C3-4931-A91A-A6DA66688127}"/>
              </a:ext>
            </a:extLst>
          </p:cNvPr>
          <p:cNvSpPr>
            <a:spLocks noGrp="1"/>
          </p:cNvSpPr>
          <p:nvPr/>
        </p:nvSpPr>
        <p:spPr>
          <a:xfrm>
            <a:off x="2659687" y="4220667"/>
            <a:ext cx="36352" cy="36352"/>
          </a:xfrm>
          <a:prstGeom prst="rect">
            <a:avLst/>
          </a:prstGeom>
          <a:solidFill>
            <a:srgbClr val="D6D6D6"/>
          </a:solidFill>
          <a:ln w="0">
            <a:noFill/>
            <a:prstDash val="solid"/>
          </a:ln>
        </p:spPr>
      </p:sp>
      <p:sp>
        <p:nvSpPr>
          <p:cNvPr id="210" name="module-195">
            <a:extLst>
              <a:ext uri="{FF2B5EF4-FFF2-40B4-BE49-F238E27FC236}">
                <a16:creationId xmlns:a16="http://schemas.microsoft.com/office/drawing/2014/main" id="{3FF93F82-A958-4B58-87AD-C81F8380066B}"/>
              </a:ext>
            </a:extLst>
          </p:cNvPr>
          <p:cNvSpPr>
            <a:spLocks noGrp="1"/>
          </p:cNvSpPr>
          <p:nvPr/>
        </p:nvSpPr>
        <p:spPr>
          <a:xfrm>
            <a:off x="2659687" y="4265097"/>
            <a:ext cx="36352" cy="36352"/>
          </a:xfrm>
          <a:prstGeom prst="rect">
            <a:avLst/>
          </a:prstGeom>
          <a:solidFill>
            <a:srgbClr val="BEBEBE"/>
          </a:solidFill>
          <a:ln w="0">
            <a:noFill/>
            <a:prstDash val="solid"/>
          </a:ln>
        </p:spPr>
      </p:sp>
      <p:sp>
        <p:nvSpPr>
          <p:cNvPr id="211" name="module-196">
            <a:extLst>
              <a:ext uri="{FF2B5EF4-FFF2-40B4-BE49-F238E27FC236}">
                <a16:creationId xmlns:a16="http://schemas.microsoft.com/office/drawing/2014/main" id="{672BB073-DA92-4F78-8011-FEC303FEFDD9}"/>
              </a:ext>
            </a:extLst>
          </p:cNvPr>
          <p:cNvSpPr>
            <a:spLocks noGrp="1"/>
          </p:cNvSpPr>
          <p:nvPr/>
        </p:nvSpPr>
        <p:spPr>
          <a:xfrm>
            <a:off x="2659687" y="4309528"/>
            <a:ext cx="36352" cy="36352"/>
          </a:xfrm>
          <a:prstGeom prst="rect">
            <a:avLst/>
          </a:prstGeom>
          <a:solidFill>
            <a:srgbClr val="D6D6D6"/>
          </a:solidFill>
          <a:ln w="0">
            <a:noFill/>
            <a:prstDash val="solid"/>
          </a:ln>
        </p:spPr>
      </p:sp>
      <p:sp>
        <p:nvSpPr>
          <p:cNvPr id="212" name="module-197">
            <a:extLst>
              <a:ext uri="{FF2B5EF4-FFF2-40B4-BE49-F238E27FC236}">
                <a16:creationId xmlns:a16="http://schemas.microsoft.com/office/drawing/2014/main" id="{7B0502B2-B373-47CC-8AB0-C2308BD0891A}"/>
              </a:ext>
            </a:extLst>
          </p:cNvPr>
          <p:cNvSpPr>
            <a:spLocks noGrp="1"/>
          </p:cNvSpPr>
          <p:nvPr/>
        </p:nvSpPr>
        <p:spPr>
          <a:xfrm>
            <a:off x="2659687" y="4353958"/>
            <a:ext cx="36352" cy="36352"/>
          </a:xfrm>
          <a:prstGeom prst="rect">
            <a:avLst/>
          </a:prstGeom>
          <a:solidFill>
            <a:srgbClr val="BEBEBE"/>
          </a:solidFill>
          <a:ln w="0">
            <a:noFill/>
            <a:prstDash val="solid"/>
          </a:ln>
        </p:spPr>
      </p:sp>
      <p:sp>
        <p:nvSpPr>
          <p:cNvPr id="213" name="module-198">
            <a:extLst>
              <a:ext uri="{FF2B5EF4-FFF2-40B4-BE49-F238E27FC236}">
                <a16:creationId xmlns:a16="http://schemas.microsoft.com/office/drawing/2014/main" id="{848BF9EE-1A36-4119-B286-81F06E3F6046}"/>
              </a:ext>
            </a:extLst>
          </p:cNvPr>
          <p:cNvSpPr>
            <a:spLocks noGrp="1"/>
          </p:cNvSpPr>
          <p:nvPr/>
        </p:nvSpPr>
        <p:spPr>
          <a:xfrm>
            <a:off x="2659687" y="4398388"/>
            <a:ext cx="36352" cy="36352"/>
          </a:xfrm>
          <a:prstGeom prst="rect">
            <a:avLst/>
          </a:prstGeom>
          <a:solidFill>
            <a:srgbClr val="D6D6D6"/>
          </a:solidFill>
          <a:ln w="0">
            <a:noFill/>
            <a:prstDash val="solid"/>
          </a:ln>
        </p:spPr>
      </p:sp>
      <p:sp>
        <p:nvSpPr>
          <p:cNvPr id="214" name="text-199">
            <a:extLst>
              <a:ext uri="{FF2B5EF4-FFF2-40B4-BE49-F238E27FC236}">
                <a16:creationId xmlns:a16="http://schemas.microsoft.com/office/drawing/2014/main" id="{CB3A93FE-5294-4F51-844B-2EB2C69D8EEA}"/>
              </a:ext>
            </a:extLst>
          </p:cNvPr>
          <p:cNvSpPr>
            <a:spLocks noGrp="1"/>
          </p:cNvSpPr>
          <p:nvPr/>
        </p:nvSpPr>
        <p:spPr>
          <a:xfrm>
            <a:off x="2304244" y="4463014"/>
            <a:ext cx="448342" cy="9693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b="0" i="0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350" b="0" i="0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572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rPr>
              <a:t>40 × 40 MFR</a:t>
            </a:r>
          </a:p>
        </p:txBody>
      </p:sp>
      <p:sp>
        <p:nvSpPr>
          <p:cNvPr id="215" name="flow-200">
            <a:extLst>
              <a:ext uri="{FF2B5EF4-FFF2-40B4-BE49-F238E27FC236}">
                <a16:creationId xmlns:a16="http://schemas.microsoft.com/office/drawing/2014/main" id="{C1D9F91F-81C6-4A31-8C52-D496BC68D478}"/>
              </a:ext>
            </a:extLst>
          </p:cNvPr>
          <p:cNvSpPr>
            <a:spLocks noGrp="1"/>
          </p:cNvSpPr>
          <p:nvPr/>
        </p:nvSpPr>
        <p:spPr>
          <a:xfrm>
            <a:off x="2740469" y="4257019"/>
            <a:ext cx="129251" cy="4039"/>
          </a:xfrm>
          <a:custGeom>
            <a:avLst/>
            <a:gdLst/>
            <a:ahLst/>
            <a:cxnLst/>
            <a:rect l="0" t="0" r="0" b="0"/>
            <a:pathLst>
              <a:path w="304800" h="9525">
                <a:moveTo>
                  <a:pt x="0" y="0"/>
                </a:moveTo>
                <a:lnTo>
                  <a:pt x="304800" y="0"/>
                </a:lnTo>
              </a:path>
            </a:pathLst>
          </a:custGeom>
          <a:noFill/>
          <a:ln w="18098">
            <a:solidFill>
              <a:srgbClr val="243247"/>
            </a:solidFill>
            <a:prstDash val="solid"/>
          </a:ln>
        </p:spPr>
      </p:sp>
      <p:sp>
        <p:nvSpPr>
          <p:cNvPr id="216" name="arrow-200">
            <a:extLst>
              <a:ext uri="{FF2B5EF4-FFF2-40B4-BE49-F238E27FC236}">
                <a16:creationId xmlns:a16="http://schemas.microsoft.com/office/drawing/2014/main" id="{B64E91CD-A847-4DF1-951E-2025DF87B1E0}"/>
              </a:ext>
            </a:extLst>
          </p:cNvPr>
          <p:cNvSpPr>
            <a:spLocks noGrp="1"/>
          </p:cNvSpPr>
          <p:nvPr/>
        </p:nvSpPr>
        <p:spPr>
          <a:xfrm>
            <a:off x="2829330" y="4238843"/>
            <a:ext cx="40391" cy="36352"/>
          </a:xfrm>
          <a:custGeom>
            <a:avLst/>
            <a:gdLst/>
            <a:ahLst/>
            <a:cxnLst/>
            <a:rect l="0" t="0" r="0" b="0"/>
            <a:pathLst>
              <a:path w="95250" h="85725">
                <a:moveTo>
                  <a:pt x="95250" y="42863"/>
                </a:moveTo>
                <a:lnTo>
                  <a:pt x="0" y="0"/>
                </a:lnTo>
                <a:lnTo>
                  <a:pt x="0" y="85725"/>
                </a:lnTo>
                <a:close/>
              </a:path>
            </a:pathLst>
          </a:custGeom>
          <a:solidFill>
            <a:srgbClr val="243247"/>
          </a:solidFill>
          <a:ln w="953">
            <a:solidFill>
              <a:srgbClr val="243247"/>
            </a:solidFill>
          </a:ln>
        </p:spPr>
      </p:sp>
      <p:sp>
        <p:nvSpPr>
          <p:cNvPr id="217" name="module-201">
            <a:extLst>
              <a:ext uri="{FF2B5EF4-FFF2-40B4-BE49-F238E27FC236}">
                <a16:creationId xmlns:a16="http://schemas.microsoft.com/office/drawing/2014/main" id="{B133A623-2A92-4AAA-BE57-E7212A32A5BF}"/>
              </a:ext>
            </a:extLst>
          </p:cNvPr>
          <p:cNvSpPr>
            <a:spLocks noGrp="1"/>
          </p:cNvSpPr>
          <p:nvPr/>
        </p:nvSpPr>
        <p:spPr>
          <a:xfrm>
            <a:off x="2990894" y="4051024"/>
            <a:ext cx="294855" cy="294855"/>
          </a:xfrm>
          <a:prstGeom prst="roundRect">
            <a:avLst>
              <a:gd name="adj" fmla="val 1370"/>
            </a:avLst>
          </a:prstGeom>
          <a:solidFill>
            <a:srgbClr val="E2EAF7"/>
          </a:solidFill>
          <a:ln w="15240">
            <a:solidFill>
              <a:srgbClr val="AFC0E6"/>
            </a:solidFill>
            <a:prstDash val="solid"/>
          </a:ln>
        </p:spPr>
      </p:sp>
      <p:sp>
        <p:nvSpPr>
          <p:cNvPr id="218" name="module-202">
            <a:extLst>
              <a:ext uri="{FF2B5EF4-FFF2-40B4-BE49-F238E27FC236}">
                <a16:creationId xmlns:a16="http://schemas.microsoft.com/office/drawing/2014/main" id="{5A09464C-C1FC-4835-A6D9-3CA54E3CDDAB}"/>
              </a:ext>
            </a:extLst>
          </p:cNvPr>
          <p:cNvSpPr>
            <a:spLocks noGrp="1"/>
          </p:cNvSpPr>
          <p:nvPr/>
        </p:nvSpPr>
        <p:spPr>
          <a:xfrm>
            <a:off x="2946015" y="4095903"/>
            <a:ext cx="294855" cy="294855"/>
          </a:xfrm>
          <a:prstGeom prst="roundRect">
            <a:avLst>
              <a:gd name="adj" fmla="val 1370"/>
            </a:avLst>
          </a:prstGeom>
          <a:solidFill>
            <a:srgbClr val="E2EAF7"/>
          </a:solidFill>
          <a:ln w="15240">
            <a:solidFill>
              <a:srgbClr val="AFC0E6"/>
            </a:solidFill>
            <a:prstDash val="solid"/>
          </a:ln>
        </p:spPr>
      </p:sp>
      <p:sp>
        <p:nvSpPr>
          <p:cNvPr id="219" name="module-203">
            <a:extLst>
              <a:ext uri="{FF2B5EF4-FFF2-40B4-BE49-F238E27FC236}">
                <a16:creationId xmlns:a16="http://schemas.microsoft.com/office/drawing/2014/main" id="{2B28CE42-1066-460D-8015-DCB5BECBDE66}"/>
              </a:ext>
            </a:extLst>
          </p:cNvPr>
          <p:cNvSpPr>
            <a:spLocks noGrp="1"/>
          </p:cNvSpPr>
          <p:nvPr/>
        </p:nvSpPr>
        <p:spPr>
          <a:xfrm>
            <a:off x="2897695" y="4151104"/>
            <a:ext cx="294855" cy="294855"/>
          </a:xfrm>
          <a:prstGeom prst="roundRect">
            <a:avLst>
              <a:gd name="adj" fmla="val 1370"/>
            </a:avLst>
          </a:prstGeom>
          <a:solidFill>
            <a:srgbClr val="E2EAF7"/>
          </a:solidFill>
          <a:ln w="15240">
            <a:solidFill>
              <a:srgbClr val="AFC0E6"/>
            </a:solidFill>
            <a:prstDash val="solid"/>
          </a:ln>
        </p:spPr>
      </p:sp>
      <p:sp>
        <p:nvSpPr>
          <p:cNvPr id="220" name="text-204">
            <a:extLst>
              <a:ext uri="{FF2B5EF4-FFF2-40B4-BE49-F238E27FC236}">
                <a16:creationId xmlns:a16="http://schemas.microsoft.com/office/drawing/2014/main" id="{4B4CE2E7-DB27-48CA-85C0-4F49475377FE}"/>
              </a:ext>
            </a:extLst>
          </p:cNvPr>
          <p:cNvSpPr>
            <a:spLocks noGrp="1"/>
          </p:cNvSpPr>
          <p:nvPr/>
        </p:nvSpPr>
        <p:spPr>
          <a:xfrm>
            <a:off x="2857603" y="4463014"/>
            <a:ext cx="496811" cy="9693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b="0" i="0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350" b="0" i="0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572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rPr>
              <a:t>Image patches</a:t>
            </a:r>
          </a:p>
        </p:txBody>
      </p:sp>
      <p:sp>
        <p:nvSpPr>
          <p:cNvPr id="221" name="flow-205">
            <a:extLst>
              <a:ext uri="{FF2B5EF4-FFF2-40B4-BE49-F238E27FC236}">
                <a16:creationId xmlns:a16="http://schemas.microsoft.com/office/drawing/2014/main" id="{FB288B28-CF16-4520-B476-565AD7C4DBB4}"/>
              </a:ext>
            </a:extLst>
          </p:cNvPr>
          <p:cNvSpPr>
            <a:spLocks noGrp="1"/>
          </p:cNvSpPr>
          <p:nvPr/>
        </p:nvSpPr>
        <p:spPr>
          <a:xfrm>
            <a:off x="3346336" y="4257019"/>
            <a:ext cx="258504" cy="4039"/>
          </a:xfrm>
          <a:custGeom>
            <a:avLst/>
            <a:gdLst/>
            <a:ahLst/>
            <a:cxnLst/>
            <a:rect l="0" t="0" r="0" b="0"/>
            <a:pathLst>
              <a:path w="609600" h="9525">
                <a:moveTo>
                  <a:pt x="0" y="0"/>
                </a:moveTo>
                <a:lnTo>
                  <a:pt x="609600" y="0"/>
                </a:lnTo>
              </a:path>
            </a:pathLst>
          </a:custGeom>
          <a:noFill/>
          <a:ln w="18098">
            <a:solidFill>
              <a:srgbClr val="243247"/>
            </a:solidFill>
            <a:prstDash val="solid"/>
          </a:ln>
        </p:spPr>
      </p:sp>
      <p:sp>
        <p:nvSpPr>
          <p:cNvPr id="222" name="arrow-205">
            <a:extLst>
              <a:ext uri="{FF2B5EF4-FFF2-40B4-BE49-F238E27FC236}">
                <a16:creationId xmlns:a16="http://schemas.microsoft.com/office/drawing/2014/main" id="{35B8B65B-576C-46D6-AA1F-B9FC60DD8A92}"/>
              </a:ext>
            </a:extLst>
          </p:cNvPr>
          <p:cNvSpPr>
            <a:spLocks noGrp="1"/>
          </p:cNvSpPr>
          <p:nvPr/>
        </p:nvSpPr>
        <p:spPr>
          <a:xfrm>
            <a:off x="3564449" y="4238843"/>
            <a:ext cx="40391" cy="36352"/>
          </a:xfrm>
          <a:custGeom>
            <a:avLst/>
            <a:gdLst/>
            <a:ahLst/>
            <a:cxnLst/>
            <a:rect l="0" t="0" r="0" b="0"/>
            <a:pathLst>
              <a:path w="95250" h="85725">
                <a:moveTo>
                  <a:pt x="95250" y="42863"/>
                </a:moveTo>
                <a:lnTo>
                  <a:pt x="0" y="0"/>
                </a:lnTo>
                <a:lnTo>
                  <a:pt x="0" y="85725"/>
                </a:lnTo>
                <a:close/>
              </a:path>
            </a:pathLst>
          </a:custGeom>
          <a:solidFill>
            <a:srgbClr val="243247"/>
          </a:solidFill>
          <a:ln w="953">
            <a:solidFill>
              <a:srgbClr val="243247"/>
            </a:solidFill>
          </a:ln>
        </p:spPr>
      </p:sp>
      <p:sp>
        <p:nvSpPr>
          <p:cNvPr id="223" name="module-206">
            <a:extLst>
              <a:ext uri="{FF2B5EF4-FFF2-40B4-BE49-F238E27FC236}">
                <a16:creationId xmlns:a16="http://schemas.microsoft.com/office/drawing/2014/main" id="{231D588C-135C-469F-AA0C-29FBCB259F9E}"/>
              </a:ext>
            </a:extLst>
          </p:cNvPr>
          <p:cNvSpPr>
            <a:spLocks noGrp="1"/>
          </p:cNvSpPr>
          <p:nvPr/>
        </p:nvSpPr>
        <p:spPr>
          <a:xfrm>
            <a:off x="3637152" y="4063142"/>
            <a:ext cx="819940" cy="399872"/>
          </a:xfrm>
          <a:prstGeom prst="roundRect">
            <a:avLst>
              <a:gd name="adj" fmla="val 8081"/>
            </a:avLst>
          </a:prstGeom>
          <a:solidFill>
            <a:srgbClr val="EDF1F9"/>
          </a:solidFill>
          <a:ln w="15240">
            <a:solidFill>
              <a:srgbClr val="AFC0E6"/>
            </a:solidFill>
            <a:prstDash val="solid"/>
          </a:ln>
        </p:spPr>
      </p:sp>
      <p:sp>
        <p:nvSpPr>
          <p:cNvPr id="224" name="text-207">
            <a:extLst>
              <a:ext uri="{FF2B5EF4-FFF2-40B4-BE49-F238E27FC236}">
                <a16:creationId xmlns:a16="http://schemas.microsoft.com/office/drawing/2014/main" id="{F70058C7-EF14-41BD-A79C-D4BB058DBEED}"/>
              </a:ext>
            </a:extLst>
          </p:cNvPr>
          <p:cNvSpPr>
            <a:spLocks noGrp="1"/>
          </p:cNvSpPr>
          <p:nvPr/>
        </p:nvSpPr>
        <p:spPr>
          <a:xfrm>
            <a:off x="3669465" y="4087375"/>
            <a:ext cx="755314" cy="13733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725" b="1" i="0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725" b="1" i="0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1" b="1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rPr>
              <a:t>YaTC encoder</a:t>
            </a:r>
          </a:p>
        </p:txBody>
      </p:sp>
      <p:sp>
        <p:nvSpPr>
          <p:cNvPr id="225" name="text-208">
            <a:extLst>
              <a:ext uri="{FF2B5EF4-FFF2-40B4-BE49-F238E27FC236}">
                <a16:creationId xmlns:a16="http://schemas.microsoft.com/office/drawing/2014/main" id="{B546FF26-B1F9-482B-AA67-8069B487331B}"/>
              </a:ext>
            </a:extLst>
          </p:cNvPr>
          <p:cNvSpPr>
            <a:spLocks noGrp="1"/>
          </p:cNvSpPr>
          <p:nvPr/>
        </p:nvSpPr>
        <p:spPr>
          <a:xfrm>
            <a:off x="3669465" y="4244901"/>
            <a:ext cx="755314" cy="15752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500" b="0" i="0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500" b="0" i="0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36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rPr>
              <a:t>Pre-trained</a:t>
            </a:r>
          </a:p>
        </p:txBody>
      </p:sp>
      <p:sp>
        <p:nvSpPr>
          <p:cNvPr id="226" name="flow-209">
            <a:extLst>
              <a:ext uri="{FF2B5EF4-FFF2-40B4-BE49-F238E27FC236}">
                <a16:creationId xmlns:a16="http://schemas.microsoft.com/office/drawing/2014/main" id="{53311713-AE55-45CF-8CCF-2C0787DC8F3A}"/>
              </a:ext>
            </a:extLst>
          </p:cNvPr>
          <p:cNvSpPr>
            <a:spLocks noGrp="1"/>
          </p:cNvSpPr>
          <p:nvPr/>
        </p:nvSpPr>
        <p:spPr>
          <a:xfrm>
            <a:off x="4457093" y="4257019"/>
            <a:ext cx="117134" cy="4039"/>
          </a:xfrm>
          <a:custGeom>
            <a:avLst/>
            <a:gdLst/>
            <a:ahLst/>
            <a:cxnLst/>
            <a:rect l="0" t="0" r="0" b="0"/>
            <a:pathLst>
              <a:path w="276225" h="9525">
                <a:moveTo>
                  <a:pt x="0" y="0"/>
                </a:moveTo>
                <a:lnTo>
                  <a:pt x="276225" y="0"/>
                </a:lnTo>
              </a:path>
            </a:pathLst>
          </a:custGeom>
          <a:noFill/>
          <a:ln w="18098">
            <a:solidFill>
              <a:srgbClr val="243247"/>
            </a:solidFill>
            <a:prstDash val="solid"/>
          </a:ln>
        </p:spPr>
      </p:sp>
      <p:sp>
        <p:nvSpPr>
          <p:cNvPr id="227" name="arrow-209">
            <a:extLst>
              <a:ext uri="{FF2B5EF4-FFF2-40B4-BE49-F238E27FC236}">
                <a16:creationId xmlns:a16="http://schemas.microsoft.com/office/drawing/2014/main" id="{F1BA0452-4DF6-4832-B3BB-63A89C1A8D8C}"/>
              </a:ext>
            </a:extLst>
          </p:cNvPr>
          <p:cNvSpPr>
            <a:spLocks noGrp="1"/>
          </p:cNvSpPr>
          <p:nvPr/>
        </p:nvSpPr>
        <p:spPr>
          <a:xfrm>
            <a:off x="4533835" y="4238843"/>
            <a:ext cx="40391" cy="36352"/>
          </a:xfrm>
          <a:custGeom>
            <a:avLst/>
            <a:gdLst/>
            <a:ahLst/>
            <a:cxnLst/>
            <a:rect l="0" t="0" r="0" b="0"/>
            <a:pathLst>
              <a:path w="95250" h="85725">
                <a:moveTo>
                  <a:pt x="95250" y="42863"/>
                </a:moveTo>
                <a:lnTo>
                  <a:pt x="0" y="0"/>
                </a:lnTo>
                <a:lnTo>
                  <a:pt x="0" y="85725"/>
                </a:lnTo>
                <a:close/>
              </a:path>
            </a:pathLst>
          </a:custGeom>
          <a:solidFill>
            <a:srgbClr val="243247"/>
          </a:solidFill>
          <a:ln w="953">
            <a:solidFill>
              <a:srgbClr val="243247"/>
            </a:solidFill>
          </a:ln>
        </p:spPr>
      </p:sp>
      <p:sp>
        <p:nvSpPr>
          <p:cNvPr id="228" name="module-210">
            <a:extLst>
              <a:ext uri="{FF2B5EF4-FFF2-40B4-BE49-F238E27FC236}">
                <a16:creationId xmlns:a16="http://schemas.microsoft.com/office/drawing/2014/main" id="{753DC594-2F49-4EDE-8364-346D7459FF06}"/>
              </a:ext>
            </a:extLst>
          </p:cNvPr>
          <p:cNvSpPr>
            <a:spLocks noGrp="1"/>
          </p:cNvSpPr>
          <p:nvPr/>
        </p:nvSpPr>
        <p:spPr>
          <a:xfrm>
            <a:off x="4650222" y="4075258"/>
            <a:ext cx="64626" cy="60587"/>
          </a:xfrm>
          <a:prstGeom prst="rect">
            <a:avLst/>
          </a:prstGeom>
          <a:solidFill>
            <a:srgbClr val="436DBB"/>
          </a:solidFill>
          <a:ln w="0">
            <a:noFill/>
            <a:prstDash val="solid"/>
          </a:ln>
        </p:spPr>
      </p:sp>
      <p:sp>
        <p:nvSpPr>
          <p:cNvPr id="229" name="module-211">
            <a:extLst>
              <a:ext uri="{FF2B5EF4-FFF2-40B4-BE49-F238E27FC236}">
                <a16:creationId xmlns:a16="http://schemas.microsoft.com/office/drawing/2014/main" id="{FE22C826-56CC-490D-880B-7320CDA9C4B6}"/>
              </a:ext>
            </a:extLst>
          </p:cNvPr>
          <p:cNvSpPr>
            <a:spLocks noGrp="1"/>
          </p:cNvSpPr>
          <p:nvPr/>
        </p:nvSpPr>
        <p:spPr>
          <a:xfrm>
            <a:off x="4650222" y="4152001"/>
            <a:ext cx="64626" cy="60587"/>
          </a:xfrm>
          <a:prstGeom prst="rect">
            <a:avLst/>
          </a:prstGeom>
          <a:solidFill>
            <a:srgbClr val="AFC0E6"/>
          </a:solidFill>
          <a:ln w="0">
            <a:noFill/>
            <a:prstDash val="solid"/>
          </a:ln>
        </p:spPr>
      </p:sp>
      <p:sp>
        <p:nvSpPr>
          <p:cNvPr id="230" name="module-212">
            <a:extLst>
              <a:ext uri="{FF2B5EF4-FFF2-40B4-BE49-F238E27FC236}">
                <a16:creationId xmlns:a16="http://schemas.microsoft.com/office/drawing/2014/main" id="{232A0335-9411-4485-A3F0-B24D6E49AC7B}"/>
              </a:ext>
            </a:extLst>
          </p:cNvPr>
          <p:cNvSpPr>
            <a:spLocks noGrp="1"/>
          </p:cNvSpPr>
          <p:nvPr/>
        </p:nvSpPr>
        <p:spPr>
          <a:xfrm>
            <a:off x="4650222" y="4228745"/>
            <a:ext cx="64626" cy="60587"/>
          </a:xfrm>
          <a:prstGeom prst="rect">
            <a:avLst/>
          </a:prstGeom>
          <a:solidFill>
            <a:srgbClr val="AFC0E6"/>
          </a:solidFill>
          <a:ln w="0">
            <a:noFill/>
            <a:prstDash val="solid"/>
          </a:ln>
        </p:spPr>
      </p:sp>
      <p:sp>
        <p:nvSpPr>
          <p:cNvPr id="231" name="module-213">
            <a:extLst>
              <a:ext uri="{FF2B5EF4-FFF2-40B4-BE49-F238E27FC236}">
                <a16:creationId xmlns:a16="http://schemas.microsoft.com/office/drawing/2014/main" id="{C3BE9EC8-4B3E-4472-9D9A-4E3A5BFA041C}"/>
              </a:ext>
            </a:extLst>
          </p:cNvPr>
          <p:cNvSpPr>
            <a:spLocks noGrp="1"/>
          </p:cNvSpPr>
          <p:nvPr/>
        </p:nvSpPr>
        <p:spPr>
          <a:xfrm>
            <a:off x="4650222" y="4305488"/>
            <a:ext cx="64626" cy="60587"/>
          </a:xfrm>
          <a:prstGeom prst="rect">
            <a:avLst/>
          </a:prstGeom>
          <a:solidFill>
            <a:srgbClr val="436DBB"/>
          </a:solidFill>
          <a:ln w="0">
            <a:noFill/>
            <a:prstDash val="solid"/>
          </a:ln>
        </p:spPr>
      </p:sp>
      <p:sp>
        <p:nvSpPr>
          <p:cNvPr id="232" name="module-214">
            <a:extLst>
              <a:ext uri="{FF2B5EF4-FFF2-40B4-BE49-F238E27FC236}">
                <a16:creationId xmlns:a16="http://schemas.microsoft.com/office/drawing/2014/main" id="{C1DF9AAD-FEB5-4F79-9AE9-D6D3A3F51F7A}"/>
              </a:ext>
            </a:extLst>
          </p:cNvPr>
          <p:cNvSpPr>
            <a:spLocks noGrp="1"/>
          </p:cNvSpPr>
          <p:nvPr/>
        </p:nvSpPr>
        <p:spPr>
          <a:xfrm>
            <a:off x="4650222" y="4383570"/>
            <a:ext cx="64626" cy="60587"/>
          </a:xfrm>
          <a:prstGeom prst="rect">
            <a:avLst/>
          </a:prstGeom>
          <a:solidFill>
            <a:srgbClr val="AFC0E6"/>
          </a:solidFill>
          <a:ln w="0">
            <a:noFill/>
            <a:prstDash val="solid"/>
          </a:ln>
        </p:spPr>
      </p:sp>
      <p:sp>
        <p:nvSpPr>
          <p:cNvPr id="233" name="text-215">
            <a:extLst>
              <a:ext uri="{FF2B5EF4-FFF2-40B4-BE49-F238E27FC236}">
                <a16:creationId xmlns:a16="http://schemas.microsoft.com/office/drawing/2014/main" id="{1E6D3F74-9D03-4E81-B206-3642B8B90738}"/>
              </a:ext>
            </a:extLst>
          </p:cNvPr>
          <p:cNvSpPr>
            <a:spLocks noGrp="1"/>
          </p:cNvSpPr>
          <p:nvPr/>
        </p:nvSpPr>
        <p:spPr>
          <a:xfrm>
            <a:off x="4517679" y="4491287"/>
            <a:ext cx="508928" cy="10905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800" b="0" i="0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800" b="0" i="0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63" b="1" dirty="0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rPr>
              <a:t>zᵧ</a:t>
            </a:r>
            <a:r>
              <a:rPr sz="763" dirty="0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rPr>
              <a:t> ∈ ℝ¹⁹²</a:t>
            </a:r>
          </a:p>
        </p:txBody>
      </p:sp>
      <p:sp>
        <p:nvSpPr>
          <p:cNvPr id="236" name="module-217">
            <a:extLst>
              <a:ext uri="{FF2B5EF4-FFF2-40B4-BE49-F238E27FC236}">
                <a16:creationId xmlns:a16="http://schemas.microsoft.com/office/drawing/2014/main" id="{5C78CBFA-E5F2-4590-9F00-D217FE08964E}"/>
              </a:ext>
            </a:extLst>
          </p:cNvPr>
          <p:cNvSpPr>
            <a:spLocks noGrp="1"/>
          </p:cNvSpPr>
          <p:nvPr/>
        </p:nvSpPr>
        <p:spPr>
          <a:xfrm>
            <a:off x="5228564" y="2684756"/>
            <a:ext cx="393584" cy="1156234"/>
          </a:xfrm>
          <a:prstGeom prst="roundRect">
            <a:avLst>
              <a:gd name="adj" fmla="val 6504"/>
            </a:avLst>
          </a:prstGeom>
          <a:solidFill>
            <a:srgbClr val="F9FBFE"/>
          </a:solidFill>
          <a:ln w="15240">
            <a:solidFill>
              <a:srgbClr val="8795A8"/>
            </a:solidFill>
            <a:prstDash val="solid"/>
          </a:ln>
        </p:spPr>
      </p:sp>
      <p:sp>
        <p:nvSpPr>
          <p:cNvPr id="237" name="text-218">
            <a:extLst>
              <a:ext uri="{FF2B5EF4-FFF2-40B4-BE49-F238E27FC236}">
                <a16:creationId xmlns:a16="http://schemas.microsoft.com/office/drawing/2014/main" id="{C86E0F3A-AE86-4354-ACFC-8B5A3297A515}"/>
              </a:ext>
            </a:extLst>
          </p:cNvPr>
          <p:cNvSpPr>
            <a:spLocks noGrp="1"/>
          </p:cNvSpPr>
          <p:nvPr/>
        </p:nvSpPr>
        <p:spPr>
          <a:xfrm>
            <a:off x="5176054" y="1700260"/>
            <a:ext cx="371599" cy="714923"/>
          </a:xfrm>
          <a:prstGeom prst="rect">
            <a:avLst/>
          </a:prstGeom>
          <a:noFill/>
          <a:ln w="0">
            <a:noFill/>
          </a:ln>
        </p:spPr>
        <p:txBody>
          <a:bodyPr vert="horz" wrap="none" lIns="0" tIns="0" rIns="0" bIns="0" anchor="ctr">
            <a:noAutofit/>
          </a:bodyPr>
          <a:lstStyle>
            <a:defPPr algn="ctr">
              <a:defRPr sz="1575" b="0" i="0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575" b="0" i="0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68" dirty="0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rPr>
              <a:t>Train-only </a:t>
            </a:r>
            <a:endParaRPr lang="en-US" sz="668" dirty="0">
              <a:solidFill>
                <a:srgbClr val="243247"/>
              </a:solidFill>
              <a:latin typeface="Times New Roman"/>
              <a:ea typeface="Times New Roman"/>
              <a:cs typeface="Times New Roman"/>
            </a:endParaRPr>
          </a:p>
          <a:p>
            <a:pPr algn="ctr">
              <a:defRPr sz="1575" b="0" i="0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68" dirty="0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rPr>
              <a:t>standardization</a:t>
            </a:r>
          </a:p>
        </p:txBody>
      </p:sp>
      <p:sp>
        <p:nvSpPr>
          <p:cNvPr id="238" name="text-219">
            <a:extLst>
              <a:ext uri="{FF2B5EF4-FFF2-40B4-BE49-F238E27FC236}">
                <a16:creationId xmlns:a16="http://schemas.microsoft.com/office/drawing/2014/main" id="{9D9AA505-D4E9-4E3B-8BCB-4FF8C736AB90}"/>
              </a:ext>
            </a:extLst>
          </p:cNvPr>
          <p:cNvSpPr>
            <a:spLocks noGrp="1"/>
          </p:cNvSpPr>
          <p:nvPr/>
        </p:nvSpPr>
        <p:spPr>
          <a:xfrm>
            <a:off x="5043886" y="2250327"/>
            <a:ext cx="761372" cy="2031466"/>
          </a:xfrm>
          <a:prstGeom prst="rect">
            <a:avLst/>
          </a:prstGeom>
          <a:noFill/>
          <a:ln w="0">
            <a:noFill/>
          </a:ln>
        </p:spPr>
        <p:txBody>
          <a:bodyPr vert="vert270" wrap="none" lIns="0" tIns="0" rIns="0" bIns="0" anchor="ctr">
            <a:noAutofit/>
          </a:bodyPr>
          <a:lstStyle>
            <a:defPPr algn="ctr">
              <a:defRPr sz="1725" b="1" i="0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725" b="1" i="0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80" b="1" dirty="0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rPr>
              <a:t>Gaussian adapter</a:t>
            </a:r>
          </a:p>
        </p:txBody>
      </p:sp>
      <p:sp>
        <p:nvSpPr>
          <p:cNvPr id="251" name="text-230">
            <a:extLst>
              <a:ext uri="{FF2B5EF4-FFF2-40B4-BE49-F238E27FC236}">
                <a16:creationId xmlns:a16="http://schemas.microsoft.com/office/drawing/2014/main" id="{1F63CFBE-B106-4335-BEDB-27309F02B960}"/>
              </a:ext>
            </a:extLst>
          </p:cNvPr>
          <p:cNvSpPr>
            <a:spLocks noGrp="1"/>
          </p:cNvSpPr>
          <p:nvPr/>
        </p:nvSpPr>
        <p:spPr>
          <a:xfrm>
            <a:off x="4871026" y="3687503"/>
            <a:ext cx="1122874" cy="11713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725" b="0" i="0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575" b="0" i="0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04" b="1" dirty="0">
                <a:solidFill>
                  <a:srgbClr val="243247"/>
                </a:solidFill>
                <a:latin typeface="Times New Roman"/>
                <a:cs typeface="Times New Roman"/>
              </a:rPr>
              <a:t>μ / 3 ∈ ℝ⁶⁴</a:t>
            </a:r>
          </a:p>
        </p:txBody>
      </p:sp>
      <p:sp>
        <p:nvSpPr>
          <p:cNvPr id="252" name="module-231">
            <a:extLst>
              <a:ext uri="{FF2B5EF4-FFF2-40B4-BE49-F238E27FC236}">
                <a16:creationId xmlns:a16="http://schemas.microsoft.com/office/drawing/2014/main" id="{3C1CC0BA-F247-4298-9806-E3EB8199DCD2}"/>
              </a:ext>
            </a:extLst>
          </p:cNvPr>
          <p:cNvSpPr>
            <a:spLocks noGrp="1"/>
          </p:cNvSpPr>
          <p:nvPr/>
        </p:nvSpPr>
        <p:spPr>
          <a:xfrm>
            <a:off x="5924932" y="2779713"/>
            <a:ext cx="436112" cy="965348"/>
          </a:xfrm>
          <a:prstGeom prst="roundRect">
            <a:avLst>
              <a:gd name="adj" fmla="val 12000"/>
            </a:avLst>
          </a:prstGeom>
          <a:solidFill>
            <a:srgbClr val="F2F5ED"/>
          </a:solidFill>
          <a:ln w="15240">
            <a:solidFill>
              <a:srgbClr val="8795A8"/>
            </a:solidFill>
            <a:prstDash val="solid"/>
          </a:ln>
        </p:spPr>
        <p:txBody>
          <a:bodyPr/>
          <a:lstStyle/>
          <a:p>
            <a:endParaRPr lang="zh-CN" altLang="en-US" sz="1219"/>
          </a:p>
        </p:txBody>
      </p:sp>
      <p:sp>
        <p:nvSpPr>
          <p:cNvPr id="253" name="text-232">
            <a:extLst>
              <a:ext uri="{FF2B5EF4-FFF2-40B4-BE49-F238E27FC236}">
                <a16:creationId xmlns:a16="http://schemas.microsoft.com/office/drawing/2014/main" id="{E6441286-0876-47EB-BFC5-ECA43E50C873}"/>
              </a:ext>
            </a:extLst>
          </p:cNvPr>
          <p:cNvSpPr>
            <a:spLocks noGrp="1"/>
          </p:cNvSpPr>
          <p:nvPr/>
        </p:nvSpPr>
        <p:spPr>
          <a:xfrm>
            <a:off x="5583930" y="3107068"/>
            <a:ext cx="1100658" cy="276305"/>
          </a:xfrm>
          <a:prstGeom prst="rect">
            <a:avLst/>
          </a:prstGeom>
          <a:noFill/>
          <a:ln w="0">
            <a:noFill/>
          </a:ln>
        </p:spPr>
        <p:txBody>
          <a:bodyPr vert="vert270" wrap="none" lIns="0" tIns="0" rIns="0" bIns="0" anchor="ctr">
            <a:noAutofit/>
          </a:bodyPr>
          <a:lstStyle>
            <a:defPPr algn="ctr">
              <a:defRPr sz="1500" b="1" i="0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500" b="1" i="0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1" b="1" dirty="0">
                <a:solidFill>
                  <a:srgbClr val="243247"/>
                </a:solidFill>
                <a:latin typeface="Times New Roman"/>
                <a:cs typeface="Times New Roman"/>
              </a:rPr>
              <a:t>Fusion mapping </a:t>
            </a:r>
          </a:p>
        </p:txBody>
      </p:sp>
      <p:sp>
        <p:nvSpPr>
          <p:cNvPr id="254" name="text-233">
            <a:extLst>
              <a:ext uri="{FF2B5EF4-FFF2-40B4-BE49-F238E27FC236}">
                <a16:creationId xmlns:a16="http://schemas.microsoft.com/office/drawing/2014/main" id="{FC85A155-818B-41AE-BE9E-C9189D45FAAC}"/>
              </a:ext>
            </a:extLst>
          </p:cNvPr>
          <p:cNvSpPr>
            <a:spLocks noGrp="1"/>
          </p:cNvSpPr>
          <p:nvPr/>
        </p:nvSpPr>
        <p:spPr>
          <a:xfrm>
            <a:off x="6021843" y="3298777"/>
            <a:ext cx="1010143" cy="62606"/>
          </a:xfrm>
          <a:prstGeom prst="rect">
            <a:avLst/>
          </a:prstGeom>
          <a:noFill/>
          <a:ln w="0">
            <a:noFill/>
          </a:ln>
        </p:spPr>
        <p:txBody>
          <a:bodyPr vert="horz" wrap="none" lIns="0" tIns="0" rIns="0" bIns="0" anchor="ctr">
            <a:noAutofit/>
          </a:bodyPr>
          <a:lstStyle>
            <a:defPPr algn="ctr">
              <a:defRPr sz="1575" b="0" i="0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575" b="0" i="0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542" b="1" dirty="0">
                <a:solidFill>
                  <a:srgbClr val="243247"/>
                </a:solidFill>
                <a:latin typeface="Times New Roman"/>
                <a:cs typeface="Times New Roman"/>
              </a:rPr>
              <a:t>h(x)</a:t>
            </a:r>
            <a:r>
              <a:rPr lang="zh-CN" altLang="en-US" sz="542" b="1" dirty="0">
                <a:solidFill>
                  <a:srgbClr val="243247"/>
                </a:solidFill>
                <a:latin typeface="Times New Roman"/>
                <a:cs typeface="Times New Roman"/>
              </a:rPr>
              <a:t> </a:t>
            </a:r>
            <a:r>
              <a:rPr sz="542" b="1" dirty="0">
                <a:solidFill>
                  <a:srgbClr val="243247"/>
                </a:solidFill>
                <a:latin typeface="Times New Roman"/>
                <a:cs typeface="Times New Roman"/>
              </a:rPr>
              <a:t>∈</a:t>
            </a:r>
            <a:r>
              <a:rPr lang="zh-CN" altLang="en-US" sz="542" b="1" dirty="0">
                <a:solidFill>
                  <a:srgbClr val="243247"/>
                </a:solidFill>
                <a:latin typeface="Times New Roman"/>
                <a:cs typeface="Times New Roman"/>
              </a:rPr>
              <a:t> </a:t>
            </a:r>
            <a:r>
              <a:rPr sz="542" b="1" dirty="0">
                <a:solidFill>
                  <a:srgbClr val="243247"/>
                </a:solidFill>
                <a:latin typeface="Times New Roman"/>
                <a:cs typeface="Times New Roman"/>
              </a:rPr>
              <a:t>ℝ¹²⁸</a:t>
            </a:r>
          </a:p>
        </p:txBody>
      </p:sp>
      <p:sp>
        <p:nvSpPr>
          <p:cNvPr id="264" name="text-239">
            <a:extLst>
              <a:ext uri="{FF2B5EF4-FFF2-40B4-BE49-F238E27FC236}">
                <a16:creationId xmlns:a16="http://schemas.microsoft.com/office/drawing/2014/main" id="{4CACEE47-F118-4DC5-8507-B2A408ACB0A5}"/>
              </a:ext>
            </a:extLst>
          </p:cNvPr>
          <p:cNvSpPr>
            <a:spLocks noGrp="1"/>
          </p:cNvSpPr>
          <p:nvPr/>
        </p:nvSpPr>
        <p:spPr>
          <a:xfrm>
            <a:off x="5708920" y="3530078"/>
            <a:ext cx="900721" cy="11289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650" b="1" i="0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650" b="1" i="0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00" b="1" dirty="0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rPr>
              <a:t> </a:t>
            </a:r>
            <a:endParaRPr lang="en-US" sz="700" b="1" dirty="0">
              <a:solidFill>
                <a:srgbClr val="243247"/>
              </a:solidFill>
              <a:latin typeface="Times New Roman"/>
              <a:ea typeface="Times New Roman"/>
              <a:cs typeface="Times New Roman"/>
            </a:endParaRPr>
          </a:p>
          <a:p>
            <a:pPr algn="ctr">
              <a:defRPr sz="1650" b="1" i="0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en-US" sz="604" dirty="0">
                <a:solidFill>
                  <a:srgbClr val="243247"/>
                </a:solidFill>
                <a:latin typeface="Times New Roman"/>
                <a:cs typeface="Times New Roman"/>
              </a:rPr>
              <a:t>r</a:t>
            </a:r>
            <a:r>
              <a:rPr sz="604" dirty="0">
                <a:solidFill>
                  <a:srgbClr val="243247"/>
                </a:solidFill>
                <a:latin typeface="Times New Roman"/>
                <a:cs typeface="Times New Roman"/>
              </a:rPr>
              <a:t>(x) ∈ ℝ¹⁹²</a:t>
            </a:r>
          </a:p>
        </p:txBody>
      </p:sp>
      <p:sp>
        <p:nvSpPr>
          <p:cNvPr id="265" name="text-240">
            <a:extLst>
              <a:ext uri="{FF2B5EF4-FFF2-40B4-BE49-F238E27FC236}">
                <a16:creationId xmlns:a16="http://schemas.microsoft.com/office/drawing/2014/main" id="{6DD3E3A8-C668-49FC-AA44-CB0BA2E8A038}"/>
              </a:ext>
            </a:extLst>
          </p:cNvPr>
          <p:cNvSpPr>
            <a:spLocks noGrp="1"/>
          </p:cNvSpPr>
          <p:nvPr/>
        </p:nvSpPr>
        <p:spPr>
          <a:xfrm rot="16200000">
            <a:off x="4967316" y="3491845"/>
            <a:ext cx="1609015" cy="132813"/>
          </a:xfrm>
          <a:prstGeom prst="rect">
            <a:avLst/>
          </a:prstGeom>
          <a:noFill/>
          <a:ln w="0">
            <a:noFill/>
          </a:ln>
        </p:spPr>
        <p:txBody>
          <a:bodyPr vert="eaVert" wrap="none" lIns="0" tIns="0" rIns="0" bIns="0" anchor="ctr">
            <a:noAutofit/>
          </a:bodyPr>
          <a:lstStyle>
            <a:defPPr algn="ctr">
              <a:defRPr sz="1425" b="1" i="0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425" b="1" i="0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04" b="1" dirty="0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US" sz="604" b="1" dirty="0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rPr>
              <a:t>E</a:t>
            </a:r>
            <a:r>
              <a:rPr sz="604" b="1" dirty="0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rPr>
              <a:t>qual</a:t>
            </a:r>
            <a:r>
              <a:rPr lang="en-US" sz="604" b="1" dirty="0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rPr>
              <a:t>ly</a:t>
            </a:r>
          </a:p>
          <a:p>
            <a:pPr algn="ctr">
              <a:defRPr sz="1425" b="1" i="0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en-US" sz="604" b="1" dirty="0" err="1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rPr>
              <a:t>concat</a:t>
            </a:r>
            <a:r>
              <a:rPr sz="604" b="1" dirty="0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rPr>
              <a:t> </a:t>
            </a:r>
            <a:endParaRPr lang="en-US" sz="604" b="1" dirty="0">
              <a:solidFill>
                <a:srgbClr val="243247"/>
              </a:solidFill>
              <a:latin typeface="Times New Roman"/>
              <a:ea typeface="Times New Roman"/>
              <a:cs typeface="Times New Roman"/>
            </a:endParaRPr>
          </a:p>
          <a:p>
            <a:pPr algn="ctr">
              <a:defRPr sz="1425" b="1" i="0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defRPr>
            </a:pPr>
            <a:endParaRPr sz="604" b="1" dirty="0">
              <a:solidFill>
                <a:srgbClr val="243247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68" name="module-242">
            <a:extLst>
              <a:ext uri="{FF2B5EF4-FFF2-40B4-BE49-F238E27FC236}">
                <a16:creationId xmlns:a16="http://schemas.microsoft.com/office/drawing/2014/main" id="{EE26B681-BF86-4B2D-B820-CCC855DFA05B}"/>
              </a:ext>
            </a:extLst>
          </p:cNvPr>
          <p:cNvSpPr>
            <a:spLocks noGrp="1"/>
          </p:cNvSpPr>
          <p:nvPr/>
        </p:nvSpPr>
        <p:spPr>
          <a:xfrm>
            <a:off x="6793496" y="1740650"/>
            <a:ext cx="1975127" cy="367560"/>
          </a:xfrm>
          <a:prstGeom prst="roundRect">
            <a:avLst>
              <a:gd name="adj" fmla="val 8791"/>
            </a:avLst>
          </a:prstGeom>
          <a:solidFill>
            <a:srgbClr val="EFF5E9"/>
          </a:solidFill>
          <a:ln w="15240">
            <a:solidFill>
              <a:srgbClr val="8795A8"/>
            </a:solidFill>
            <a:prstDash val="solid"/>
          </a:ln>
        </p:spPr>
      </p:sp>
      <p:sp>
        <p:nvSpPr>
          <p:cNvPr id="269" name="text-243">
            <a:extLst>
              <a:ext uri="{FF2B5EF4-FFF2-40B4-BE49-F238E27FC236}">
                <a16:creationId xmlns:a16="http://schemas.microsoft.com/office/drawing/2014/main" id="{04EC3691-C350-4E61-9442-B871931B72F1}"/>
              </a:ext>
            </a:extLst>
          </p:cNvPr>
          <p:cNvSpPr>
            <a:spLocks noGrp="1"/>
          </p:cNvSpPr>
          <p:nvPr/>
        </p:nvSpPr>
        <p:spPr>
          <a:xfrm>
            <a:off x="6833887" y="1768925"/>
            <a:ext cx="1894344" cy="11713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725" b="1" i="0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725" b="1" i="0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1" b="1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rPr>
              <a:t>Known-class classifier</a:t>
            </a:r>
          </a:p>
        </p:txBody>
      </p:sp>
      <p:sp>
        <p:nvSpPr>
          <p:cNvPr id="270" name="text-244">
            <a:extLst>
              <a:ext uri="{FF2B5EF4-FFF2-40B4-BE49-F238E27FC236}">
                <a16:creationId xmlns:a16="http://schemas.microsoft.com/office/drawing/2014/main" id="{9D6A205A-9B91-4215-8ECC-2D4A036DAB06}"/>
              </a:ext>
            </a:extLst>
          </p:cNvPr>
          <p:cNvSpPr>
            <a:spLocks noGrp="1"/>
          </p:cNvSpPr>
          <p:nvPr/>
        </p:nvSpPr>
        <p:spPr>
          <a:xfrm>
            <a:off x="6833887" y="1906254"/>
            <a:ext cx="1894344" cy="12521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950" b="0" i="0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950" b="0" i="0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7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rPr>
              <a:t>ℓ(x) → argmax → ĉcls(x)</a:t>
            </a:r>
          </a:p>
        </p:txBody>
      </p:sp>
      <p:sp>
        <p:nvSpPr>
          <p:cNvPr id="271" name="module-245">
            <a:extLst>
              <a:ext uri="{FF2B5EF4-FFF2-40B4-BE49-F238E27FC236}">
                <a16:creationId xmlns:a16="http://schemas.microsoft.com/office/drawing/2014/main" id="{E5AFF92F-C30E-4EF9-A0AF-C07F3E134781}"/>
              </a:ext>
            </a:extLst>
          </p:cNvPr>
          <p:cNvSpPr>
            <a:spLocks noGrp="1"/>
          </p:cNvSpPr>
          <p:nvPr/>
        </p:nvSpPr>
        <p:spPr>
          <a:xfrm>
            <a:off x="6793496" y="2407104"/>
            <a:ext cx="949192" cy="1252125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5240">
            <a:solidFill>
              <a:srgbClr val="243247"/>
            </a:solidFill>
            <a:prstDash val="solid"/>
          </a:ln>
        </p:spPr>
      </p:sp>
      <p:sp>
        <p:nvSpPr>
          <p:cNvPr id="272" name="module-246">
            <a:extLst>
              <a:ext uri="{FF2B5EF4-FFF2-40B4-BE49-F238E27FC236}">
                <a16:creationId xmlns:a16="http://schemas.microsoft.com/office/drawing/2014/main" id="{6405FDBE-9B78-47B3-AD2A-A308C4DEEFAD}"/>
              </a:ext>
            </a:extLst>
          </p:cNvPr>
          <p:cNvSpPr>
            <a:spLocks noGrp="1"/>
          </p:cNvSpPr>
          <p:nvPr/>
        </p:nvSpPr>
        <p:spPr>
          <a:xfrm>
            <a:off x="7803274" y="2407104"/>
            <a:ext cx="965348" cy="1252125"/>
          </a:xfrm>
          <a:prstGeom prst="roundRect">
            <a:avLst>
              <a:gd name="adj" fmla="val 4184"/>
            </a:avLst>
          </a:prstGeom>
          <a:solidFill>
            <a:srgbClr val="FFFFFF"/>
          </a:solidFill>
          <a:ln w="15240">
            <a:solidFill>
              <a:srgbClr val="243247"/>
            </a:solidFill>
            <a:prstDash val="solid"/>
          </a:ln>
        </p:spPr>
      </p:sp>
      <p:sp>
        <p:nvSpPr>
          <p:cNvPr id="273" name="text-247">
            <a:extLst>
              <a:ext uri="{FF2B5EF4-FFF2-40B4-BE49-F238E27FC236}">
                <a16:creationId xmlns:a16="http://schemas.microsoft.com/office/drawing/2014/main" id="{8EFB385C-50F8-4523-ABA4-8BB21D933C49}"/>
              </a:ext>
            </a:extLst>
          </p:cNvPr>
          <p:cNvSpPr>
            <a:spLocks noGrp="1"/>
          </p:cNvSpPr>
          <p:nvPr/>
        </p:nvSpPr>
        <p:spPr>
          <a:xfrm>
            <a:off x="6833886" y="2447496"/>
            <a:ext cx="868410" cy="13329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800" b="1" i="0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800" b="1" i="0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63" b="1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rPr>
              <a:t>Global support</a:t>
            </a:r>
          </a:p>
        </p:txBody>
      </p:sp>
      <p:sp>
        <p:nvSpPr>
          <p:cNvPr id="274" name="text-248">
            <a:extLst>
              <a:ext uri="{FF2B5EF4-FFF2-40B4-BE49-F238E27FC236}">
                <a16:creationId xmlns:a16="http://schemas.microsoft.com/office/drawing/2014/main" id="{C1592710-9B60-4DAF-86E8-39CB4DEF448C}"/>
              </a:ext>
            </a:extLst>
          </p:cNvPr>
          <p:cNvSpPr>
            <a:spLocks noGrp="1"/>
          </p:cNvSpPr>
          <p:nvPr/>
        </p:nvSpPr>
        <p:spPr>
          <a:xfrm>
            <a:off x="7843665" y="2447496"/>
            <a:ext cx="884566" cy="13329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800" b="1" i="0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800" b="1" i="0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63" b="1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rPr>
              <a:t>Local support</a:t>
            </a:r>
          </a:p>
        </p:txBody>
      </p:sp>
      <p:sp>
        <p:nvSpPr>
          <p:cNvPr id="275" name="packet-249">
            <a:extLst>
              <a:ext uri="{FF2B5EF4-FFF2-40B4-BE49-F238E27FC236}">
                <a16:creationId xmlns:a16="http://schemas.microsoft.com/office/drawing/2014/main" id="{84B5721D-0F8E-4B7C-9C05-2C7796A72DFF}"/>
              </a:ext>
            </a:extLst>
          </p:cNvPr>
          <p:cNvSpPr>
            <a:spLocks noGrp="1"/>
          </p:cNvSpPr>
          <p:nvPr/>
        </p:nvSpPr>
        <p:spPr>
          <a:xfrm>
            <a:off x="6890435" y="2811016"/>
            <a:ext cx="347994" cy="292836"/>
          </a:xfrm>
          <a:prstGeom prst="ellipse">
            <a:avLst/>
          </a:prstGeom>
          <a:solidFill>
            <a:srgbClr val="EBA97D">
              <a:alpha val="50000"/>
            </a:srgbClr>
          </a:solidFill>
          <a:ln w="11430">
            <a:solidFill>
              <a:srgbClr val="436DBB"/>
            </a:solidFill>
            <a:prstDash val="dash"/>
          </a:ln>
        </p:spPr>
      </p:sp>
      <p:sp>
        <p:nvSpPr>
          <p:cNvPr id="277" name="packet-251">
            <a:extLst>
              <a:ext uri="{FF2B5EF4-FFF2-40B4-BE49-F238E27FC236}">
                <a16:creationId xmlns:a16="http://schemas.microsoft.com/office/drawing/2014/main" id="{7F6ADFBC-7836-40DE-93B5-88FCA87ABCBF}"/>
              </a:ext>
            </a:extLst>
          </p:cNvPr>
          <p:cNvSpPr>
            <a:spLocks noGrp="1"/>
          </p:cNvSpPr>
          <p:nvPr/>
        </p:nvSpPr>
        <p:spPr>
          <a:xfrm rot="20879657">
            <a:off x="7367050" y="2701959"/>
            <a:ext cx="262762" cy="339287"/>
          </a:xfrm>
          <a:prstGeom prst="ellipse">
            <a:avLst/>
          </a:prstGeom>
          <a:solidFill>
            <a:srgbClr val="ACD78E"/>
          </a:solidFill>
          <a:ln w="11430">
            <a:solidFill>
              <a:srgbClr val="436DBB"/>
            </a:solidFill>
            <a:prstDash val="dash"/>
          </a:ln>
        </p:spPr>
      </p:sp>
      <p:sp>
        <p:nvSpPr>
          <p:cNvPr id="278" name="packet-252">
            <a:extLst>
              <a:ext uri="{FF2B5EF4-FFF2-40B4-BE49-F238E27FC236}">
                <a16:creationId xmlns:a16="http://schemas.microsoft.com/office/drawing/2014/main" id="{BCCA75A3-D627-4020-BB85-B4B86CC3BC6D}"/>
              </a:ext>
            </a:extLst>
          </p:cNvPr>
          <p:cNvSpPr>
            <a:spLocks noGrp="1"/>
          </p:cNvSpPr>
          <p:nvPr/>
        </p:nvSpPr>
        <p:spPr>
          <a:xfrm>
            <a:off x="7478692" y="2854885"/>
            <a:ext cx="40391" cy="40391"/>
          </a:xfrm>
          <a:prstGeom prst="ellipse">
            <a:avLst/>
          </a:prstGeom>
          <a:solidFill>
            <a:srgbClr val="243247"/>
          </a:solidFill>
          <a:ln w="11430">
            <a:solidFill>
              <a:srgbClr val="243247"/>
            </a:solidFill>
            <a:prstDash val="solid"/>
          </a:ln>
        </p:spPr>
      </p:sp>
      <p:sp>
        <p:nvSpPr>
          <p:cNvPr id="279" name="packet-253">
            <a:extLst>
              <a:ext uri="{FF2B5EF4-FFF2-40B4-BE49-F238E27FC236}">
                <a16:creationId xmlns:a16="http://schemas.microsoft.com/office/drawing/2014/main" id="{20055593-D64C-49C7-B96B-D94D02F191D8}"/>
              </a:ext>
            </a:extLst>
          </p:cNvPr>
          <p:cNvSpPr>
            <a:spLocks noGrp="1"/>
          </p:cNvSpPr>
          <p:nvPr/>
        </p:nvSpPr>
        <p:spPr>
          <a:xfrm rot="20663324">
            <a:off x="7146669" y="3129862"/>
            <a:ext cx="361282" cy="247433"/>
          </a:xfrm>
          <a:prstGeom prst="ellipse">
            <a:avLst/>
          </a:prstGeom>
          <a:solidFill>
            <a:srgbClr val="AFC0E6"/>
          </a:solidFill>
          <a:ln w="11430">
            <a:solidFill>
              <a:srgbClr val="436DBB"/>
            </a:solidFill>
            <a:prstDash val="dash"/>
          </a:ln>
        </p:spPr>
      </p:sp>
      <p:sp>
        <p:nvSpPr>
          <p:cNvPr id="280" name="packet-254">
            <a:extLst>
              <a:ext uri="{FF2B5EF4-FFF2-40B4-BE49-F238E27FC236}">
                <a16:creationId xmlns:a16="http://schemas.microsoft.com/office/drawing/2014/main" id="{24212EFE-9611-40F5-A525-1B6B5BCBBE42}"/>
              </a:ext>
            </a:extLst>
          </p:cNvPr>
          <p:cNvSpPr>
            <a:spLocks noGrp="1"/>
          </p:cNvSpPr>
          <p:nvPr/>
        </p:nvSpPr>
        <p:spPr>
          <a:xfrm>
            <a:off x="7310652" y="3245221"/>
            <a:ext cx="40391" cy="40391"/>
          </a:xfrm>
          <a:prstGeom prst="ellipse">
            <a:avLst/>
          </a:prstGeom>
          <a:solidFill>
            <a:srgbClr val="243247"/>
          </a:solidFill>
          <a:ln w="11430">
            <a:solidFill>
              <a:srgbClr val="243247"/>
            </a:solidFill>
            <a:prstDash val="solid"/>
          </a:ln>
        </p:spPr>
      </p:sp>
      <p:sp>
        <p:nvSpPr>
          <p:cNvPr id="281" name="packet-255">
            <a:extLst>
              <a:ext uri="{FF2B5EF4-FFF2-40B4-BE49-F238E27FC236}">
                <a16:creationId xmlns:a16="http://schemas.microsoft.com/office/drawing/2014/main" id="{5B948F97-3B42-49A8-AA9B-07B3D7231084}"/>
              </a:ext>
            </a:extLst>
          </p:cNvPr>
          <p:cNvSpPr>
            <a:spLocks noGrp="1"/>
          </p:cNvSpPr>
          <p:nvPr/>
        </p:nvSpPr>
        <p:spPr>
          <a:xfrm>
            <a:off x="7280021" y="2958443"/>
            <a:ext cx="56548" cy="56548"/>
          </a:xfrm>
          <a:prstGeom prst="ellipse">
            <a:avLst/>
          </a:prstGeom>
          <a:solidFill>
            <a:srgbClr val="FFFFFF"/>
          </a:solidFill>
          <a:ln w="11430">
            <a:solidFill>
              <a:srgbClr val="436DBB"/>
            </a:solidFill>
            <a:prstDash val="solid"/>
          </a:ln>
        </p:spPr>
      </p:sp>
      <p:sp>
        <p:nvSpPr>
          <p:cNvPr id="283" name="text-257">
            <a:extLst>
              <a:ext uri="{FF2B5EF4-FFF2-40B4-BE49-F238E27FC236}">
                <a16:creationId xmlns:a16="http://schemas.microsoft.com/office/drawing/2014/main" id="{95D62138-9352-4B73-A160-019E64F7A84A}"/>
              </a:ext>
            </a:extLst>
          </p:cNvPr>
          <p:cNvSpPr>
            <a:spLocks noGrp="1"/>
          </p:cNvSpPr>
          <p:nvPr/>
        </p:nvSpPr>
        <p:spPr>
          <a:xfrm>
            <a:off x="6837926" y="3408805"/>
            <a:ext cx="860331" cy="10501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b="0" i="0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350" b="0" i="0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572" dirty="0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rPr>
              <a:t>Class empirical centroids</a:t>
            </a:r>
          </a:p>
        </p:txBody>
      </p:sp>
      <p:sp>
        <p:nvSpPr>
          <p:cNvPr id="284" name="text-258">
            <a:extLst>
              <a:ext uri="{FF2B5EF4-FFF2-40B4-BE49-F238E27FC236}">
                <a16:creationId xmlns:a16="http://schemas.microsoft.com/office/drawing/2014/main" id="{43BB7CEA-D65E-44D1-BFFE-262C13F81E7E}"/>
              </a:ext>
            </a:extLst>
          </p:cNvPr>
          <p:cNvSpPr>
            <a:spLocks noGrp="1"/>
          </p:cNvSpPr>
          <p:nvPr/>
        </p:nvSpPr>
        <p:spPr>
          <a:xfrm>
            <a:off x="6833886" y="3521900"/>
            <a:ext cx="868410" cy="11309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725" b="0" i="0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725" b="0" i="0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1" dirty="0" err="1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rPr>
              <a:t>d</a:t>
            </a:r>
            <a:r>
              <a:rPr sz="731" baseline="-25000" dirty="0" err="1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rPr>
              <a:t>G</a:t>
            </a:r>
            <a:r>
              <a:rPr lang="en-US" sz="731" baseline="-25000" dirty="0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rPr>
              <a:t>(x)</a:t>
            </a:r>
            <a:r>
              <a:rPr sz="731" dirty="0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rPr>
              <a:t> = min ‖h − b꜀‖²</a:t>
            </a:r>
          </a:p>
        </p:txBody>
      </p:sp>
      <p:sp>
        <p:nvSpPr>
          <p:cNvPr id="285" name="packet-259">
            <a:extLst>
              <a:ext uri="{FF2B5EF4-FFF2-40B4-BE49-F238E27FC236}">
                <a16:creationId xmlns:a16="http://schemas.microsoft.com/office/drawing/2014/main" id="{B190E772-67FB-49DA-9BD2-C717D8806E4B}"/>
              </a:ext>
            </a:extLst>
          </p:cNvPr>
          <p:cNvSpPr>
            <a:spLocks noGrp="1"/>
          </p:cNvSpPr>
          <p:nvPr/>
        </p:nvSpPr>
        <p:spPr>
          <a:xfrm>
            <a:off x="7940603" y="2754468"/>
            <a:ext cx="48470" cy="48470"/>
          </a:xfrm>
          <a:prstGeom prst="ellipse">
            <a:avLst/>
          </a:prstGeom>
          <a:solidFill>
            <a:srgbClr val="AFC0E6"/>
          </a:solidFill>
          <a:ln w="11430">
            <a:solidFill>
              <a:srgbClr val="436DBB"/>
            </a:solidFill>
            <a:prstDash val="solid"/>
          </a:ln>
        </p:spPr>
      </p:sp>
      <p:sp>
        <p:nvSpPr>
          <p:cNvPr id="286" name="packet-260">
            <a:extLst>
              <a:ext uri="{FF2B5EF4-FFF2-40B4-BE49-F238E27FC236}">
                <a16:creationId xmlns:a16="http://schemas.microsoft.com/office/drawing/2014/main" id="{88FEBCBF-261E-4BB3-B75A-A204428B88C8}"/>
              </a:ext>
            </a:extLst>
          </p:cNvPr>
          <p:cNvSpPr>
            <a:spLocks noGrp="1"/>
          </p:cNvSpPr>
          <p:nvPr/>
        </p:nvSpPr>
        <p:spPr>
          <a:xfrm>
            <a:off x="8049659" y="2693881"/>
            <a:ext cx="48470" cy="48470"/>
          </a:xfrm>
          <a:prstGeom prst="ellipse">
            <a:avLst/>
          </a:prstGeom>
          <a:solidFill>
            <a:srgbClr val="AFC0E6"/>
          </a:solidFill>
          <a:ln w="11430">
            <a:solidFill>
              <a:srgbClr val="436DBB"/>
            </a:solidFill>
            <a:prstDash val="solid"/>
          </a:ln>
        </p:spPr>
      </p:sp>
      <p:sp>
        <p:nvSpPr>
          <p:cNvPr id="287" name="packet-261">
            <a:extLst>
              <a:ext uri="{FF2B5EF4-FFF2-40B4-BE49-F238E27FC236}">
                <a16:creationId xmlns:a16="http://schemas.microsoft.com/office/drawing/2014/main" id="{92B93336-48E5-4EBA-A6E3-E0B1CA344A55}"/>
              </a:ext>
            </a:extLst>
          </p:cNvPr>
          <p:cNvSpPr>
            <a:spLocks noGrp="1"/>
          </p:cNvSpPr>
          <p:nvPr/>
        </p:nvSpPr>
        <p:spPr>
          <a:xfrm>
            <a:off x="8178911" y="2794859"/>
            <a:ext cx="48470" cy="48470"/>
          </a:xfrm>
          <a:prstGeom prst="ellipse">
            <a:avLst/>
          </a:prstGeom>
          <a:solidFill>
            <a:srgbClr val="AFC0E6"/>
          </a:solidFill>
          <a:ln w="11430">
            <a:solidFill>
              <a:srgbClr val="436DBB"/>
            </a:solidFill>
            <a:prstDash val="solid"/>
          </a:ln>
        </p:spPr>
      </p:sp>
      <p:sp>
        <p:nvSpPr>
          <p:cNvPr id="288" name="packet-262">
            <a:extLst>
              <a:ext uri="{FF2B5EF4-FFF2-40B4-BE49-F238E27FC236}">
                <a16:creationId xmlns:a16="http://schemas.microsoft.com/office/drawing/2014/main" id="{7DB81311-9258-4B6A-A384-34182000FF06}"/>
              </a:ext>
            </a:extLst>
          </p:cNvPr>
          <p:cNvSpPr>
            <a:spLocks noGrp="1"/>
          </p:cNvSpPr>
          <p:nvPr/>
        </p:nvSpPr>
        <p:spPr>
          <a:xfrm>
            <a:off x="8324319" y="2693881"/>
            <a:ext cx="48470" cy="48470"/>
          </a:xfrm>
          <a:prstGeom prst="ellipse">
            <a:avLst/>
          </a:prstGeom>
          <a:solidFill>
            <a:srgbClr val="AFC0E6"/>
          </a:solidFill>
          <a:ln w="11430">
            <a:solidFill>
              <a:srgbClr val="436DBB"/>
            </a:solidFill>
            <a:prstDash val="solid"/>
          </a:ln>
        </p:spPr>
      </p:sp>
      <p:sp>
        <p:nvSpPr>
          <p:cNvPr id="289" name="packet-263">
            <a:extLst>
              <a:ext uri="{FF2B5EF4-FFF2-40B4-BE49-F238E27FC236}">
                <a16:creationId xmlns:a16="http://schemas.microsoft.com/office/drawing/2014/main" id="{948F73E3-C049-41A1-A352-616F29C0A738}"/>
              </a:ext>
            </a:extLst>
          </p:cNvPr>
          <p:cNvSpPr>
            <a:spLocks noGrp="1"/>
          </p:cNvSpPr>
          <p:nvPr/>
        </p:nvSpPr>
        <p:spPr>
          <a:xfrm>
            <a:off x="8473766" y="2802937"/>
            <a:ext cx="48470" cy="48470"/>
          </a:xfrm>
          <a:prstGeom prst="ellipse">
            <a:avLst/>
          </a:prstGeom>
          <a:solidFill>
            <a:srgbClr val="AFC0E6"/>
          </a:solidFill>
          <a:ln w="11430">
            <a:solidFill>
              <a:srgbClr val="436DBB"/>
            </a:solidFill>
            <a:prstDash val="solid"/>
          </a:ln>
        </p:spPr>
      </p:sp>
      <p:sp>
        <p:nvSpPr>
          <p:cNvPr id="290" name="packet-264">
            <a:extLst>
              <a:ext uri="{FF2B5EF4-FFF2-40B4-BE49-F238E27FC236}">
                <a16:creationId xmlns:a16="http://schemas.microsoft.com/office/drawing/2014/main" id="{3A79FE2A-C1B2-4C64-8EC9-844AC488E81A}"/>
              </a:ext>
            </a:extLst>
          </p:cNvPr>
          <p:cNvSpPr>
            <a:spLocks noGrp="1"/>
          </p:cNvSpPr>
          <p:nvPr/>
        </p:nvSpPr>
        <p:spPr>
          <a:xfrm>
            <a:off x="7976955" y="2996815"/>
            <a:ext cx="48470" cy="48470"/>
          </a:xfrm>
          <a:prstGeom prst="ellipse">
            <a:avLst/>
          </a:prstGeom>
          <a:solidFill>
            <a:srgbClr val="AFC0E6"/>
          </a:solidFill>
          <a:ln w="11430">
            <a:solidFill>
              <a:srgbClr val="436DBB"/>
            </a:solidFill>
            <a:prstDash val="solid"/>
          </a:ln>
        </p:spPr>
      </p:sp>
      <p:sp>
        <p:nvSpPr>
          <p:cNvPr id="291" name="packet-265">
            <a:extLst>
              <a:ext uri="{FF2B5EF4-FFF2-40B4-BE49-F238E27FC236}">
                <a16:creationId xmlns:a16="http://schemas.microsoft.com/office/drawing/2014/main" id="{B4D37560-DD61-4058-BE33-08E273316924}"/>
              </a:ext>
            </a:extLst>
          </p:cNvPr>
          <p:cNvSpPr>
            <a:spLocks noGrp="1"/>
          </p:cNvSpPr>
          <p:nvPr/>
        </p:nvSpPr>
        <p:spPr>
          <a:xfrm>
            <a:off x="8098129" y="3089714"/>
            <a:ext cx="48470" cy="48470"/>
          </a:xfrm>
          <a:prstGeom prst="ellipse">
            <a:avLst/>
          </a:prstGeom>
          <a:solidFill>
            <a:srgbClr val="AFC0E6"/>
          </a:solidFill>
          <a:ln w="11430">
            <a:solidFill>
              <a:srgbClr val="436DBB"/>
            </a:solidFill>
            <a:prstDash val="solid"/>
          </a:ln>
        </p:spPr>
      </p:sp>
      <p:sp>
        <p:nvSpPr>
          <p:cNvPr id="292" name="packet-266">
            <a:extLst>
              <a:ext uri="{FF2B5EF4-FFF2-40B4-BE49-F238E27FC236}">
                <a16:creationId xmlns:a16="http://schemas.microsoft.com/office/drawing/2014/main" id="{512E8445-A9F5-4C1B-8AFD-6FA4C837C22C}"/>
              </a:ext>
            </a:extLst>
          </p:cNvPr>
          <p:cNvSpPr>
            <a:spLocks noGrp="1"/>
          </p:cNvSpPr>
          <p:nvPr/>
        </p:nvSpPr>
        <p:spPr>
          <a:xfrm>
            <a:off x="8211224" y="3012971"/>
            <a:ext cx="48470" cy="48470"/>
          </a:xfrm>
          <a:prstGeom prst="ellipse">
            <a:avLst/>
          </a:prstGeom>
          <a:solidFill>
            <a:srgbClr val="AFC0E6"/>
          </a:solidFill>
          <a:ln w="11430">
            <a:solidFill>
              <a:srgbClr val="436DBB"/>
            </a:solidFill>
            <a:prstDash val="solid"/>
          </a:ln>
        </p:spPr>
      </p:sp>
      <p:sp>
        <p:nvSpPr>
          <p:cNvPr id="293" name="packet-267">
            <a:extLst>
              <a:ext uri="{FF2B5EF4-FFF2-40B4-BE49-F238E27FC236}">
                <a16:creationId xmlns:a16="http://schemas.microsoft.com/office/drawing/2014/main" id="{F1A8167E-6ACD-419A-9EFB-BA8DE010BF6D}"/>
              </a:ext>
            </a:extLst>
          </p:cNvPr>
          <p:cNvSpPr>
            <a:spLocks noGrp="1"/>
          </p:cNvSpPr>
          <p:nvPr/>
        </p:nvSpPr>
        <p:spPr>
          <a:xfrm>
            <a:off x="8344515" y="3097793"/>
            <a:ext cx="48470" cy="48470"/>
          </a:xfrm>
          <a:prstGeom prst="ellipse">
            <a:avLst/>
          </a:prstGeom>
          <a:solidFill>
            <a:srgbClr val="AFC0E6"/>
          </a:solidFill>
          <a:ln w="11430">
            <a:solidFill>
              <a:srgbClr val="436DBB"/>
            </a:solidFill>
            <a:prstDash val="solid"/>
          </a:ln>
        </p:spPr>
      </p:sp>
      <p:sp>
        <p:nvSpPr>
          <p:cNvPr id="294" name="packet-268">
            <a:extLst>
              <a:ext uri="{FF2B5EF4-FFF2-40B4-BE49-F238E27FC236}">
                <a16:creationId xmlns:a16="http://schemas.microsoft.com/office/drawing/2014/main" id="{76F4F465-46D3-4C0E-9E33-68FF434D9E32}"/>
              </a:ext>
            </a:extLst>
          </p:cNvPr>
          <p:cNvSpPr>
            <a:spLocks noGrp="1"/>
          </p:cNvSpPr>
          <p:nvPr/>
        </p:nvSpPr>
        <p:spPr>
          <a:xfrm>
            <a:off x="8485884" y="3012971"/>
            <a:ext cx="48470" cy="48470"/>
          </a:xfrm>
          <a:prstGeom prst="ellipse">
            <a:avLst/>
          </a:prstGeom>
          <a:solidFill>
            <a:srgbClr val="AFC0E6"/>
          </a:solidFill>
          <a:ln w="11430">
            <a:solidFill>
              <a:srgbClr val="436DBB"/>
            </a:solidFill>
            <a:prstDash val="solid"/>
          </a:ln>
        </p:spPr>
      </p:sp>
      <p:sp>
        <p:nvSpPr>
          <p:cNvPr id="295" name="packet-269">
            <a:extLst>
              <a:ext uri="{FF2B5EF4-FFF2-40B4-BE49-F238E27FC236}">
                <a16:creationId xmlns:a16="http://schemas.microsoft.com/office/drawing/2014/main" id="{A04A7DAD-B173-496C-B70C-86BCF9A0C8F9}"/>
              </a:ext>
            </a:extLst>
          </p:cNvPr>
          <p:cNvSpPr>
            <a:spLocks noGrp="1"/>
          </p:cNvSpPr>
          <p:nvPr/>
        </p:nvSpPr>
        <p:spPr>
          <a:xfrm>
            <a:off x="8219302" y="2903916"/>
            <a:ext cx="56548" cy="56548"/>
          </a:xfrm>
          <a:prstGeom prst="ellipse">
            <a:avLst/>
          </a:prstGeom>
          <a:solidFill>
            <a:schemeClr val="accent2"/>
          </a:solidFill>
          <a:ln w="11430">
            <a:solidFill>
              <a:srgbClr val="436DBB"/>
            </a:solidFill>
            <a:prstDash val="solid"/>
          </a:ln>
        </p:spPr>
      </p:sp>
      <p:sp>
        <p:nvSpPr>
          <p:cNvPr id="296" name="flow-270">
            <a:extLst>
              <a:ext uri="{FF2B5EF4-FFF2-40B4-BE49-F238E27FC236}">
                <a16:creationId xmlns:a16="http://schemas.microsoft.com/office/drawing/2014/main" id="{16694BD2-0F7F-4656-8138-671B41031A51}"/>
              </a:ext>
            </a:extLst>
          </p:cNvPr>
          <p:cNvSpPr>
            <a:spLocks noGrp="1"/>
          </p:cNvSpPr>
          <p:nvPr/>
        </p:nvSpPr>
        <p:spPr>
          <a:xfrm>
            <a:off x="7964838" y="2778703"/>
            <a:ext cx="282738" cy="153486"/>
          </a:xfrm>
          <a:custGeom>
            <a:avLst/>
            <a:gdLst/>
            <a:ahLst/>
            <a:cxnLst/>
            <a:rect l="0" t="0" r="0" b="0"/>
            <a:pathLst>
              <a:path w="666750" h="361950">
                <a:moveTo>
                  <a:pt x="666750" y="361950"/>
                </a:moveTo>
                <a:lnTo>
                  <a:pt x="0" y="0"/>
                </a:lnTo>
              </a:path>
            </a:pathLst>
          </a:custGeom>
          <a:noFill/>
          <a:ln w="11430">
            <a:solidFill>
              <a:srgbClr val="8795A8"/>
            </a:solidFill>
            <a:prstDash val="dash"/>
          </a:ln>
        </p:spPr>
      </p:sp>
      <p:sp>
        <p:nvSpPr>
          <p:cNvPr id="297" name="flow-271">
            <a:extLst>
              <a:ext uri="{FF2B5EF4-FFF2-40B4-BE49-F238E27FC236}">
                <a16:creationId xmlns:a16="http://schemas.microsoft.com/office/drawing/2014/main" id="{80F0EEF3-B3A2-4E6D-BFE4-DDBA537B3F5A}"/>
              </a:ext>
            </a:extLst>
          </p:cNvPr>
          <p:cNvSpPr>
            <a:spLocks noGrp="1"/>
          </p:cNvSpPr>
          <p:nvPr/>
        </p:nvSpPr>
        <p:spPr>
          <a:xfrm>
            <a:off x="8203146" y="2819094"/>
            <a:ext cx="44430" cy="113095"/>
          </a:xfrm>
          <a:custGeom>
            <a:avLst/>
            <a:gdLst/>
            <a:ahLst/>
            <a:cxnLst/>
            <a:rect l="0" t="0" r="0" b="0"/>
            <a:pathLst>
              <a:path w="104775" h="266700">
                <a:moveTo>
                  <a:pt x="104775" y="266700"/>
                </a:moveTo>
                <a:lnTo>
                  <a:pt x="0" y="0"/>
                </a:lnTo>
              </a:path>
            </a:pathLst>
          </a:custGeom>
          <a:noFill/>
          <a:ln w="11430">
            <a:solidFill>
              <a:srgbClr val="8795A8"/>
            </a:solidFill>
            <a:prstDash val="dash"/>
          </a:ln>
        </p:spPr>
      </p:sp>
      <p:sp>
        <p:nvSpPr>
          <p:cNvPr id="298" name="flow-272">
            <a:extLst>
              <a:ext uri="{FF2B5EF4-FFF2-40B4-BE49-F238E27FC236}">
                <a16:creationId xmlns:a16="http://schemas.microsoft.com/office/drawing/2014/main" id="{5C499FBB-A009-4C6F-A702-8E95BBCF6E81}"/>
              </a:ext>
            </a:extLst>
          </p:cNvPr>
          <p:cNvSpPr>
            <a:spLocks noGrp="1"/>
          </p:cNvSpPr>
          <p:nvPr/>
        </p:nvSpPr>
        <p:spPr>
          <a:xfrm>
            <a:off x="8247577" y="2718116"/>
            <a:ext cx="100978" cy="214073"/>
          </a:xfrm>
          <a:custGeom>
            <a:avLst/>
            <a:gdLst/>
            <a:ahLst/>
            <a:cxnLst/>
            <a:rect l="0" t="0" r="0" b="0"/>
            <a:pathLst>
              <a:path w="238125" h="504825">
                <a:moveTo>
                  <a:pt x="0" y="504825"/>
                </a:moveTo>
                <a:lnTo>
                  <a:pt x="238125" y="0"/>
                </a:lnTo>
              </a:path>
            </a:pathLst>
          </a:custGeom>
          <a:noFill/>
          <a:ln w="11430">
            <a:solidFill>
              <a:srgbClr val="8795A8"/>
            </a:solidFill>
            <a:prstDash val="dash"/>
          </a:ln>
        </p:spPr>
      </p:sp>
      <p:sp>
        <p:nvSpPr>
          <p:cNvPr id="299" name="flow-273">
            <a:extLst>
              <a:ext uri="{FF2B5EF4-FFF2-40B4-BE49-F238E27FC236}">
                <a16:creationId xmlns:a16="http://schemas.microsoft.com/office/drawing/2014/main" id="{3EA6A5A0-F1B4-4B4B-A8A9-906D3EEDA220}"/>
              </a:ext>
            </a:extLst>
          </p:cNvPr>
          <p:cNvSpPr>
            <a:spLocks noGrp="1"/>
          </p:cNvSpPr>
          <p:nvPr/>
        </p:nvSpPr>
        <p:spPr>
          <a:xfrm>
            <a:off x="8001191" y="2932189"/>
            <a:ext cx="246386" cy="88861"/>
          </a:xfrm>
          <a:custGeom>
            <a:avLst/>
            <a:gdLst/>
            <a:ahLst/>
            <a:cxnLst/>
            <a:rect l="0" t="0" r="0" b="0"/>
            <a:pathLst>
              <a:path w="581025" h="209550">
                <a:moveTo>
                  <a:pt x="581025" y="0"/>
                </a:moveTo>
                <a:lnTo>
                  <a:pt x="0" y="209550"/>
                </a:lnTo>
              </a:path>
            </a:pathLst>
          </a:custGeom>
          <a:noFill/>
          <a:ln w="11430">
            <a:solidFill>
              <a:srgbClr val="8795A8"/>
            </a:solidFill>
            <a:prstDash val="dash"/>
          </a:ln>
        </p:spPr>
      </p:sp>
      <p:sp>
        <p:nvSpPr>
          <p:cNvPr id="300" name="flow-274">
            <a:extLst>
              <a:ext uri="{FF2B5EF4-FFF2-40B4-BE49-F238E27FC236}">
                <a16:creationId xmlns:a16="http://schemas.microsoft.com/office/drawing/2014/main" id="{271F5BFA-807A-4824-8BFF-D061E11684B6}"/>
              </a:ext>
            </a:extLst>
          </p:cNvPr>
          <p:cNvSpPr>
            <a:spLocks noGrp="1"/>
          </p:cNvSpPr>
          <p:nvPr/>
        </p:nvSpPr>
        <p:spPr>
          <a:xfrm>
            <a:off x="8235459" y="2932189"/>
            <a:ext cx="12117" cy="105017"/>
          </a:xfrm>
          <a:custGeom>
            <a:avLst/>
            <a:gdLst/>
            <a:ahLst/>
            <a:cxnLst/>
            <a:rect l="0" t="0" r="0" b="0"/>
            <a:pathLst>
              <a:path w="28575" h="247650">
                <a:moveTo>
                  <a:pt x="28575" y="0"/>
                </a:moveTo>
                <a:lnTo>
                  <a:pt x="0" y="247650"/>
                </a:lnTo>
              </a:path>
            </a:pathLst>
          </a:custGeom>
          <a:noFill/>
          <a:ln w="11430">
            <a:solidFill>
              <a:srgbClr val="8795A8"/>
            </a:solidFill>
            <a:prstDash val="dash"/>
          </a:ln>
        </p:spPr>
      </p:sp>
      <p:sp>
        <p:nvSpPr>
          <p:cNvPr id="301" name="flow-275">
            <a:extLst>
              <a:ext uri="{FF2B5EF4-FFF2-40B4-BE49-F238E27FC236}">
                <a16:creationId xmlns:a16="http://schemas.microsoft.com/office/drawing/2014/main" id="{F49F2381-70B7-42E1-B5B2-3825794A60E9}"/>
              </a:ext>
            </a:extLst>
          </p:cNvPr>
          <p:cNvSpPr>
            <a:spLocks noGrp="1"/>
          </p:cNvSpPr>
          <p:nvPr/>
        </p:nvSpPr>
        <p:spPr>
          <a:xfrm>
            <a:off x="8247577" y="2932189"/>
            <a:ext cx="262542" cy="105017"/>
          </a:xfrm>
          <a:custGeom>
            <a:avLst/>
            <a:gdLst/>
            <a:ahLst/>
            <a:cxnLst/>
            <a:rect l="0" t="0" r="0" b="0"/>
            <a:pathLst>
              <a:path w="619125" h="247650">
                <a:moveTo>
                  <a:pt x="0" y="0"/>
                </a:moveTo>
                <a:lnTo>
                  <a:pt x="619125" y="247650"/>
                </a:lnTo>
              </a:path>
            </a:pathLst>
          </a:custGeom>
          <a:noFill/>
          <a:ln w="11430">
            <a:solidFill>
              <a:srgbClr val="8795A8"/>
            </a:solidFill>
            <a:prstDash val="dash"/>
          </a:ln>
        </p:spPr>
      </p:sp>
      <p:sp>
        <p:nvSpPr>
          <p:cNvPr id="302" name="text-276">
            <a:extLst>
              <a:ext uri="{FF2B5EF4-FFF2-40B4-BE49-F238E27FC236}">
                <a16:creationId xmlns:a16="http://schemas.microsoft.com/office/drawing/2014/main" id="{45F708F6-834E-4C0E-9923-87618470F453}"/>
              </a:ext>
            </a:extLst>
          </p:cNvPr>
          <p:cNvSpPr>
            <a:spLocks noGrp="1"/>
          </p:cNvSpPr>
          <p:nvPr/>
        </p:nvSpPr>
        <p:spPr>
          <a:xfrm>
            <a:off x="7847704" y="3243201"/>
            <a:ext cx="876488" cy="17368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425" b="0" i="0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425" b="0" i="0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04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rPr>
              <a:t>10-NN within the</a:t>
            </a:r>
          </a:p>
          <a:p>
            <a:pPr algn="ctr">
              <a:defRPr sz="1425" b="0" i="0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04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rPr>
              <a:t>nearest-centroid class</a:t>
            </a:r>
          </a:p>
        </p:txBody>
      </p:sp>
      <p:sp>
        <p:nvSpPr>
          <p:cNvPr id="303" name="text-277">
            <a:extLst>
              <a:ext uri="{FF2B5EF4-FFF2-40B4-BE49-F238E27FC236}">
                <a16:creationId xmlns:a16="http://schemas.microsoft.com/office/drawing/2014/main" id="{E7FCCB46-2625-4EEE-9DB1-1E84EAF5DA1D}"/>
              </a:ext>
            </a:extLst>
          </p:cNvPr>
          <p:cNvSpPr>
            <a:spLocks noGrp="1"/>
          </p:cNvSpPr>
          <p:nvPr/>
        </p:nvSpPr>
        <p:spPr>
          <a:xfrm>
            <a:off x="7843665" y="3449196"/>
            <a:ext cx="884566" cy="16560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b="0" i="0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350" b="0" i="0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572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rPr>
              <a:t>dL: mean Euclidean</a:t>
            </a:r>
          </a:p>
          <a:p>
            <a:pPr algn="ctr">
              <a:defRPr sz="1350" b="0" i="0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572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rPr>
              <a:t>distance to training samples</a:t>
            </a:r>
          </a:p>
        </p:txBody>
      </p:sp>
      <p:sp>
        <p:nvSpPr>
          <p:cNvPr id="304" name="flow-278">
            <a:extLst>
              <a:ext uri="{FF2B5EF4-FFF2-40B4-BE49-F238E27FC236}">
                <a16:creationId xmlns:a16="http://schemas.microsoft.com/office/drawing/2014/main" id="{570AD341-27BF-4AB2-A44F-B6E50FC29088}"/>
              </a:ext>
            </a:extLst>
          </p:cNvPr>
          <p:cNvSpPr>
            <a:spLocks noGrp="1"/>
          </p:cNvSpPr>
          <p:nvPr/>
        </p:nvSpPr>
        <p:spPr>
          <a:xfrm>
            <a:off x="6607696" y="2257657"/>
            <a:ext cx="658376" cy="149447"/>
          </a:xfrm>
          <a:custGeom>
            <a:avLst/>
            <a:gdLst/>
            <a:ahLst/>
            <a:cxnLst/>
            <a:rect l="0" t="0" r="0" b="0"/>
            <a:pathLst>
              <a:path w="1552575" h="352425">
                <a:moveTo>
                  <a:pt x="0" y="0"/>
                </a:moveTo>
                <a:lnTo>
                  <a:pt x="1552575" y="0"/>
                </a:lnTo>
                <a:lnTo>
                  <a:pt x="1552575" y="352425"/>
                </a:lnTo>
              </a:path>
            </a:pathLst>
          </a:custGeom>
          <a:noFill/>
          <a:ln w="18098">
            <a:solidFill>
              <a:srgbClr val="243247"/>
            </a:solidFill>
            <a:prstDash val="solid"/>
          </a:ln>
        </p:spPr>
      </p:sp>
      <p:sp>
        <p:nvSpPr>
          <p:cNvPr id="305" name="arrow-278">
            <a:extLst>
              <a:ext uri="{FF2B5EF4-FFF2-40B4-BE49-F238E27FC236}">
                <a16:creationId xmlns:a16="http://schemas.microsoft.com/office/drawing/2014/main" id="{D21635B9-0926-4080-A905-005215C19D95}"/>
              </a:ext>
            </a:extLst>
          </p:cNvPr>
          <p:cNvSpPr>
            <a:spLocks noGrp="1"/>
          </p:cNvSpPr>
          <p:nvPr/>
        </p:nvSpPr>
        <p:spPr>
          <a:xfrm>
            <a:off x="7247896" y="2366713"/>
            <a:ext cx="36352" cy="40391"/>
          </a:xfrm>
          <a:custGeom>
            <a:avLst/>
            <a:gdLst/>
            <a:ahLst/>
            <a:cxnLst/>
            <a:rect l="0" t="0" r="0" b="0"/>
            <a:pathLst>
              <a:path w="85725" h="95250">
                <a:moveTo>
                  <a:pt x="42863" y="95250"/>
                </a:moveTo>
                <a:lnTo>
                  <a:pt x="85725" y="0"/>
                </a:lnTo>
                <a:lnTo>
                  <a:pt x="0" y="0"/>
                </a:lnTo>
                <a:close/>
              </a:path>
            </a:pathLst>
          </a:custGeom>
          <a:solidFill>
            <a:srgbClr val="243247"/>
          </a:solidFill>
          <a:ln w="953">
            <a:solidFill>
              <a:srgbClr val="243247"/>
            </a:solidFill>
          </a:ln>
        </p:spPr>
      </p:sp>
      <p:sp>
        <p:nvSpPr>
          <p:cNvPr id="306" name="flow-279">
            <a:extLst>
              <a:ext uri="{FF2B5EF4-FFF2-40B4-BE49-F238E27FC236}">
                <a16:creationId xmlns:a16="http://schemas.microsoft.com/office/drawing/2014/main" id="{BEC2558B-5841-4A6D-92DF-92B9C4882405}"/>
              </a:ext>
            </a:extLst>
          </p:cNvPr>
          <p:cNvSpPr>
            <a:spLocks noGrp="1"/>
          </p:cNvSpPr>
          <p:nvPr/>
        </p:nvSpPr>
        <p:spPr>
          <a:xfrm>
            <a:off x="7266072" y="2257657"/>
            <a:ext cx="1017857" cy="149447"/>
          </a:xfrm>
          <a:custGeom>
            <a:avLst/>
            <a:gdLst/>
            <a:ahLst/>
            <a:cxnLst/>
            <a:rect l="0" t="0" r="0" b="0"/>
            <a:pathLst>
              <a:path w="2400300" h="352425">
                <a:moveTo>
                  <a:pt x="0" y="0"/>
                </a:moveTo>
                <a:lnTo>
                  <a:pt x="2400300" y="0"/>
                </a:lnTo>
                <a:lnTo>
                  <a:pt x="2400300" y="352425"/>
                </a:lnTo>
              </a:path>
            </a:pathLst>
          </a:custGeom>
          <a:noFill/>
          <a:ln w="18098">
            <a:solidFill>
              <a:srgbClr val="243247"/>
            </a:solidFill>
            <a:prstDash val="solid"/>
          </a:ln>
        </p:spPr>
      </p:sp>
      <p:sp>
        <p:nvSpPr>
          <p:cNvPr id="307" name="arrow-279">
            <a:extLst>
              <a:ext uri="{FF2B5EF4-FFF2-40B4-BE49-F238E27FC236}">
                <a16:creationId xmlns:a16="http://schemas.microsoft.com/office/drawing/2014/main" id="{9359BB29-6021-4113-8C1B-5BA4F5B1D157}"/>
              </a:ext>
            </a:extLst>
          </p:cNvPr>
          <p:cNvSpPr>
            <a:spLocks noGrp="1"/>
          </p:cNvSpPr>
          <p:nvPr/>
        </p:nvSpPr>
        <p:spPr>
          <a:xfrm>
            <a:off x="8265753" y="2366713"/>
            <a:ext cx="36352" cy="40391"/>
          </a:xfrm>
          <a:custGeom>
            <a:avLst/>
            <a:gdLst/>
            <a:ahLst/>
            <a:cxnLst/>
            <a:rect l="0" t="0" r="0" b="0"/>
            <a:pathLst>
              <a:path w="85725" h="95250">
                <a:moveTo>
                  <a:pt x="42863" y="95250"/>
                </a:moveTo>
                <a:lnTo>
                  <a:pt x="85725" y="0"/>
                </a:lnTo>
                <a:lnTo>
                  <a:pt x="0" y="0"/>
                </a:lnTo>
                <a:close/>
              </a:path>
            </a:pathLst>
          </a:custGeom>
          <a:solidFill>
            <a:srgbClr val="243247"/>
          </a:solidFill>
          <a:ln w="953">
            <a:solidFill>
              <a:srgbClr val="243247"/>
            </a:solidFill>
          </a:ln>
        </p:spPr>
      </p:sp>
      <p:sp>
        <p:nvSpPr>
          <p:cNvPr id="308" name="module-280">
            <a:extLst>
              <a:ext uri="{FF2B5EF4-FFF2-40B4-BE49-F238E27FC236}">
                <a16:creationId xmlns:a16="http://schemas.microsoft.com/office/drawing/2014/main" id="{5AF62665-567A-4FAE-BE59-0FDCA1787AA7}"/>
              </a:ext>
            </a:extLst>
          </p:cNvPr>
          <p:cNvSpPr>
            <a:spLocks noGrp="1"/>
          </p:cNvSpPr>
          <p:nvPr/>
        </p:nvSpPr>
        <p:spPr>
          <a:xfrm>
            <a:off x="6793496" y="3917733"/>
            <a:ext cx="1975127" cy="424107"/>
          </a:xfrm>
          <a:prstGeom prst="roundRect">
            <a:avLst>
              <a:gd name="adj" fmla="val 7619"/>
            </a:avLst>
          </a:prstGeom>
          <a:solidFill>
            <a:srgbClr val="F3EFF7"/>
          </a:solidFill>
          <a:ln w="15240">
            <a:solidFill>
              <a:srgbClr val="B7A4CF"/>
            </a:solidFill>
            <a:prstDash val="solid"/>
          </a:ln>
        </p:spPr>
      </p:sp>
      <p:sp>
        <p:nvSpPr>
          <p:cNvPr id="309" name="text-281">
            <a:extLst>
              <a:ext uri="{FF2B5EF4-FFF2-40B4-BE49-F238E27FC236}">
                <a16:creationId xmlns:a16="http://schemas.microsoft.com/office/drawing/2014/main" id="{21AD5E95-E247-4B59-8BFD-919B01D36D9D}"/>
              </a:ext>
            </a:extLst>
          </p:cNvPr>
          <p:cNvSpPr>
            <a:spLocks noGrp="1"/>
          </p:cNvSpPr>
          <p:nvPr/>
        </p:nvSpPr>
        <p:spPr>
          <a:xfrm>
            <a:off x="6833887" y="3941967"/>
            <a:ext cx="1894344" cy="12521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725" b="1" i="0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725" b="1" i="0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en-US" sz="731" b="1" dirty="0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rPr>
              <a:t>U</a:t>
            </a:r>
            <a:r>
              <a:rPr sz="731" b="1" dirty="0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rPr>
              <a:t>nknown </a:t>
            </a:r>
            <a:r>
              <a:rPr lang="en-US" sz="731" b="1" dirty="0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rPr>
              <a:t>s</a:t>
            </a:r>
            <a:r>
              <a:rPr sz="731" b="1" dirty="0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rPr>
              <a:t>core</a:t>
            </a:r>
          </a:p>
        </p:txBody>
      </p:sp>
      <p:sp>
        <p:nvSpPr>
          <p:cNvPr id="310" name="text-282">
            <a:extLst>
              <a:ext uri="{FF2B5EF4-FFF2-40B4-BE49-F238E27FC236}">
                <a16:creationId xmlns:a16="http://schemas.microsoft.com/office/drawing/2014/main" id="{21D5DA86-5EE1-4247-A3DD-87980A13262B}"/>
              </a:ext>
            </a:extLst>
          </p:cNvPr>
          <p:cNvSpPr>
            <a:spLocks noGrp="1"/>
          </p:cNvSpPr>
          <p:nvPr/>
        </p:nvSpPr>
        <p:spPr>
          <a:xfrm>
            <a:off x="6833887" y="4091415"/>
            <a:ext cx="1894344" cy="12117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100" b="0" i="0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2100" b="0" i="0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91" dirty="0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rPr>
              <a:t>s(x) = 0.5 </a:t>
            </a:r>
            <a:r>
              <a:rPr sz="891" dirty="0" err="1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rPr>
              <a:t>d̃</a:t>
            </a:r>
            <a:r>
              <a:rPr sz="891" baseline="-25000" dirty="0" err="1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rPr>
              <a:t>G</a:t>
            </a:r>
            <a:r>
              <a:rPr sz="891" baseline="-25000" dirty="0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rPr>
              <a:t>(x) </a:t>
            </a:r>
            <a:r>
              <a:rPr sz="891" dirty="0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rPr>
              <a:t>+ 0.5 </a:t>
            </a:r>
            <a:r>
              <a:rPr sz="891" dirty="0" err="1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rPr>
              <a:t>d̃</a:t>
            </a:r>
            <a:r>
              <a:rPr sz="891" baseline="-25000" dirty="0" err="1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rPr>
              <a:t>L</a:t>
            </a:r>
            <a:r>
              <a:rPr sz="891" baseline="-25000" dirty="0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rPr>
              <a:t>(x)</a:t>
            </a:r>
          </a:p>
        </p:txBody>
      </p:sp>
      <p:sp>
        <p:nvSpPr>
          <p:cNvPr id="311" name="text-283">
            <a:extLst>
              <a:ext uri="{FF2B5EF4-FFF2-40B4-BE49-F238E27FC236}">
                <a16:creationId xmlns:a16="http://schemas.microsoft.com/office/drawing/2014/main" id="{46081E86-E3CC-4E21-BE56-3FEFCECECF57}"/>
              </a:ext>
            </a:extLst>
          </p:cNvPr>
          <p:cNvSpPr>
            <a:spLocks noGrp="1"/>
          </p:cNvSpPr>
          <p:nvPr/>
        </p:nvSpPr>
        <p:spPr>
          <a:xfrm>
            <a:off x="6833887" y="4224706"/>
            <a:ext cx="1894344" cy="9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425" b="0" i="0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425" b="0" i="0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04" dirty="0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rPr>
              <a:t>Known-Val median / MAD normalization</a:t>
            </a:r>
          </a:p>
        </p:txBody>
      </p:sp>
      <p:sp>
        <p:nvSpPr>
          <p:cNvPr id="316" name="module-286">
            <a:extLst>
              <a:ext uri="{FF2B5EF4-FFF2-40B4-BE49-F238E27FC236}">
                <a16:creationId xmlns:a16="http://schemas.microsoft.com/office/drawing/2014/main" id="{EF70B8E2-B4F4-4F6B-B3C9-6886A4354140}"/>
              </a:ext>
            </a:extLst>
          </p:cNvPr>
          <p:cNvSpPr>
            <a:spLocks noGrp="1"/>
          </p:cNvSpPr>
          <p:nvPr/>
        </p:nvSpPr>
        <p:spPr>
          <a:xfrm>
            <a:off x="6793496" y="4489861"/>
            <a:ext cx="1975127" cy="405338"/>
          </a:xfrm>
          <a:prstGeom prst="roundRect">
            <a:avLst>
              <a:gd name="adj" fmla="val 9756"/>
            </a:avLst>
          </a:prstGeom>
          <a:solidFill>
            <a:srgbClr val="FBF7EC"/>
          </a:solidFill>
          <a:ln w="15240">
            <a:solidFill>
              <a:srgbClr val="8795A8"/>
            </a:solidFill>
            <a:prstDash val="solid"/>
          </a:ln>
        </p:spPr>
      </p:sp>
      <p:sp>
        <p:nvSpPr>
          <p:cNvPr id="317" name="text-287">
            <a:extLst>
              <a:ext uri="{FF2B5EF4-FFF2-40B4-BE49-F238E27FC236}">
                <a16:creationId xmlns:a16="http://schemas.microsoft.com/office/drawing/2014/main" id="{FC138BB4-4AA1-44A5-9503-E5E88F79EA91}"/>
              </a:ext>
            </a:extLst>
          </p:cNvPr>
          <p:cNvSpPr>
            <a:spLocks noGrp="1"/>
          </p:cNvSpPr>
          <p:nvPr/>
        </p:nvSpPr>
        <p:spPr>
          <a:xfrm>
            <a:off x="6833887" y="4558643"/>
            <a:ext cx="1894344" cy="12117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725" b="1" i="0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725" b="1" i="0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1" b="1" dirty="0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rPr>
              <a:t>Frozen threshold calibration</a:t>
            </a:r>
          </a:p>
        </p:txBody>
      </p:sp>
      <p:sp>
        <p:nvSpPr>
          <p:cNvPr id="318" name="text-288">
            <a:extLst>
              <a:ext uri="{FF2B5EF4-FFF2-40B4-BE49-F238E27FC236}">
                <a16:creationId xmlns:a16="http://schemas.microsoft.com/office/drawing/2014/main" id="{1A816907-8B1B-44F6-9D4C-AF172FAAC000}"/>
              </a:ext>
            </a:extLst>
          </p:cNvPr>
          <p:cNvSpPr>
            <a:spLocks noGrp="1"/>
          </p:cNvSpPr>
          <p:nvPr/>
        </p:nvSpPr>
        <p:spPr>
          <a:xfrm>
            <a:off x="6833887" y="4704051"/>
            <a:ext cx="1894344" cy="12117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875" b="0" i="0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875" b="0" i="0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95" dirty="0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rPr>
              <a:t>τ = Q₀.₉₅ (Known-Val scores)</a:t>
            </a:r>
          </a:p>
        </p:txBody>
      </p:sp>
      <p:sp>
        <p:nvSpPr>
          <p:cNvPr id="319" name="module-289">
            <a:extLst>
              <a:ext uri="{FF2B5EF4-FFF2-40B4-BE49-F238E27FC236}">
                <a16:creationId xmlns:a16="http://schemas.microsoft.com/office/drawing/2014/main" id="{BC131E94-C9A1-431B-8796-9C2D11768126}"/>
              </a:ext>
            </a:extLst>
          </p:cNvPr>
          <p:cNvSpPr>
            <a:spLocks noGrp="1"/>
          </p:cNvSpPr>
          <p:nvPr/>
        </p:nvSpPr>
        <p:spPr>
          <a:xfrm>
            <a:off x="9136182" y="1829099"/>
            <a:ext cx="1211734" cy="480655"/>
          </a:xfrm>
          <a:prstGeom prst="roundRect">
            <a:avLst>
              <a:gd name="adj" fmla="val 7563"/>
            </a:avLst>
          </a:prstGeom>
          <a:solidFill>
            <a:srgbClr val="EFF5E9"/>
          </a:solidFill>
          <a:ln w="15240">
            <a:solidFill>
              <a:srgbClr val="ACD78E"/>
            </a:solidFill>
            <a:prstDash val="solid"/>
          </a:ln>
        </p:spPr>
      </p:sp>
      <p:sp>
        <p:nvSpPr>
          <p:cNvPr id="320" name="text-290">
            <a:extLst>
              <a:ext uri="{FF2B5EF4-FFF2-40B4-BE49-F238E27FC236}">
                <a16:creationId xmlns:a16="http://schemas.microsoft.com/office/drawing/2014/main" id="{0DC6EEE7-5AB6-4B49-895F-FC512D2F9E49}"/>
              </a:ext>
            </a:extLst>
          </p:cNvPr>
          <p:cNvSpPr>
            <a:spLocks noGrp="1"/>
          </p:cNvSpPr>
          <p:nvPr/>
        </p:nvSpPr>
        <p:spPr>
          <a:xfrm>
            <a:off x="9180612" y="1870576"/>
            <a:ext cx="1122874" cy="13329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875" b="1" i="0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875" b="1" i="0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95" b="1" dirty="0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rPr>
              <a:t>Known-class output</a:t>
            </a:r>
          </a:p>
        </p:txBody>
      </p:sp>
      <p:sp>
        <p:nvSpPr>
          <p:cNvPr id="321" name="text-291">
            <a:extLst>
              <a:ext uri="{FF2B5EF4-FFF2-40B4-BE49-F238E27FC236}">
                <a16:creationId xmlns:a16="http://schemas.microsoft.com/office/drawing/2014/main" id="{514748CF-2F16-4543-A552-372D5CEC15F9}"/>
              </a:ext>
            </a:extLst>
          </p:cNvPr>
          <p:cNvSpPr>
            <a:spLocks noGrp="1"/>
          </p:cNvSpPr>
          <p:nvPr/>
        </p:nvSpPr>
        <p:spPr>
          <a:xfrm>
            <a:off x="9180612" y="2044258"/>
            <a:ext cx="1122874" cy="181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725" b="0" i="0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725" b="0" i="0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1" dirty="0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rPr>
              <a:t>Accept and output </a:t>
            </a:r>
            <a:r>
              <a:rPr sz="731" dirty="0" err="1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rPr>
              <a:t>ĉcls</a:t>
            </a:r>
            <a:r>
              <a:rPr sz="731" dirty="0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rPr>
              <a:t>(x)</a:t>
            </a:r>
          </a:p>
          <a:p>
            <a:pPr algn="ctr">
              <a:defRPr sz="1725" b="0" i="0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1" dirty="0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rPr>
              <a:t>s(x) ≤ τ</a:t>
            </a:r>
          </a:p>
        </p:txBody>
      </p:sp>
      <p:sp>
        <p:nvSpPr>
          <p:cNvPr id="322" name="rejection-decision">
            <a:extLst>
              <a:ext uri="{FF2B5EF4-FFF2-40B4-BE49-F238E27FC236}">
                <a16:creationId xmlns:a16="http://schemas.microsoft.com/office/drawing/2014/main" id="{1BCFAF73-B109-4261-8506-2AD44D1B6570}"/>
              </a:ext>
            </a:extLst>
          </p:cNvPr>
          <p:cNvSpPr>
            <a:spLocks noGrp="1"/>
          </p:cNvSpPr>
          <p:nvPr/>
        </p:nvSpPr>
        <p:spPr>
          <a:xfrm>
            <a:off x="9136182" y="2661569"/>
            <a:ext cx="1211734" cy="815901"/>
          </a:xfrm>
          <a:prstGeom prst="diamond">
            <a:avLst/>
          </a:prstGeom>
          <a:solidFill>
            <a:srgbClr val="F5F7FB"/>
          </a:solidFill>
          <a:ln w="17145">
            <a:solidFill>
              <a:srgbClr val="243247"/>
            </a:solidFill>
          </a:ln>
        </p:spPr>
      </p:sp>
      <p:sp>
        <p:nvSpPr>
          <p:cNvPr id="323" name="text-292">
            <a:extLst>
              <a:ext uri="{FF2B5EF4-FFF2-40B4-BE49-F238E27FC236}">
                <a16:creationId xmlns:a16="http://schemas.microsoft.com/office/drawing/2014/main" id="{E24BB391-2299-4166-83E0-A4FFBFD36F95}"/>
              </a:ext>
            </a:extLst>
          </p:cNvPr>
          <p:cNvSpPr>
            <a:spLocks noGrp="1"/>
          </p:cNvSpPr>
          <p:nvPr/>
        </p:nvSpPr>
        <p:spPr>
          <a:xfrm>
            <a:off x="9297746" y="2879681"/>
            <a:ext cx="888605" cy="16560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250" b="1" i="0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2250" b="1" i="0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54" b="1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rPr>
              <a:t>s(x) &gt; τ ?</a:t>
            </a:r>
          </a:p>
        </p:txBody>
      </p:sp>
      <p:sp>
        <p:nvSpPr>
          <p:cNvPr id="324" name="text-293">
            <a:extLst>
              <a:ext uri="{FF2B5EF4-FFF2-40B4-BE49-F238E27FC236}">
                <a16:creationId xmlns:a16="http://schemas.microsoft.com/office/drawing/2014/main" id="{DECF2A7C-FFA0-4C2A-9C0E-5380A6998EFE}"/>
              </a:ext>
            </a:extLst>
          </p:cNvPr>
          <p:cNvSpPr>
            <a:spLocks noGrp="1"/>
          </p:cNvSpPr>
          <p:nvPr/>
        </p:nvSpPr>
        <p:spPr>
          <a:xfrm>
            <a:off x="9297746" y="3061441"/>
            <a:ext cx="888605" cy="11309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500" b="0" i="0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500" b="0" i="0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36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rPr>
              <a:t>Rejection decision</a:t>
            </a:r>
          </a:p>
        </p:txBody>
      </p:sp>
      <p:sp>
        <p:nvSpPr>
          <p:cNvPr id="325" name="module-294">
            <a:extLst>
              <a:ext uri="{FF2B5EF4-FFF2-40B4-BE49-F238E27FC236}">
                <a16:creationId xmlns:a16="http://schemas.microsoft.com/office/drawing/2014/main" id="{A2473C02-5BDA-400C-9F69-33F3C3273136}"/>
              </a:ext>
            </a:extLst>
          </p:cNvPr>
          <p:cNvSpPr>
            <a:spLocks noGrp="1"/>
          </p:cNvSpPr>
          <p:nvPr/>
        </p:nvSpPr>
        <p:spPr>
          <a:xfrm>
            <a:off x="9136182" y="3838970"/>
            <a:ext cx="1211734" cy="488733"/>
          </a:xfrm>
          <a:prstGeom prst="roundRect">
            <a:avLst>
              <a:gd name="adj" fmla="val 7438"/>
            </a:avLst>
          </a:prstGeom>
          <a:solidFill>
            <a:srgbClr val="FBEFE3"/>
          </a:solidFill>
          <a:ln w="15240">
            <a:solidFill>
              <a:srgbClr val="EBA97D"/>
            </a:solidFill>
            <a:prstDash val="solid"/>
          </a:ln>
        </p:spPr>
      </p:sp>
      <p:sp>
        <p:nvSpPr>
          <p:cNvPr id="326" name="text-295">
            <a:extLst>
              <a:ext uri="{FF2B5EF4-FFF2-40B4-BE49-F238E27FC236}">
                <a16:creationId xmlns:a16="http://schemas.microsoft.com/office/drawing/2014/main" id="{4FBF3603-A0BE-492C-9934-0E15898B3B40}"/>
              </a:ext>
            </a:extLst>
          </p:cNvPr>
          <p:cNvSpPr>
            <a:spLocks noGrp="1"/>
          </p:cNvSpPr>
          <p:nvPr/>
        </p:nvSpPr>
        <p:spPr>
          <a:xfrm>
            <a:off x="9180612" y="3886280"/>
            <a:ext cx="1122874" cy="13733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875" b="1" i="0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875" b="1" i="0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95" b="1" dirty="0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rPr>
              <a:t>Unknown output</a:t>
            </a:r>
          </a:p>
        </p:txBody>
      </p:sp>
      <p:sp>
        <p:nvSpPr>
          <p:cNvPr id="327" name="text-296">
            <a:extLst>
              <a:ext uri="{FF2B5EF4-FFF2-40B4-BE49-F238E27FC236}">
                <a16:creationId xmlns:a16="http://schemas.microsoft.com/office/drawing/2014/main" id="{01332379-6AC6-4161-A4DA-8E65C43657E1}"/>
              </a:ext>
            </a:extLst>
          </p:cNvPr>
          <p:cNvSpPr>
            <a:spLocks noGrp="1"/>
          </p:cNvSpPr>
          <p:nvPr/>
        </p:nvSpPr>
        <p:spPr>
          <a:xfrm>
            <a:off x="9180612" y="4076904"/>
            <a:ext cx="1122874" cy="181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800" b="0" i="0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800" b="0" i="0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63" dirty="0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rPr>
              <a:t>Reject with label ⊥</a:t>
            </a:r>
          </a:p>
          <a:p>
            <a:pPr algn="ctr">
              <a:defRPr sz="1800" b="0" i="0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63" dirty="0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rPr>
              <a:t>s(x) &gt; τ</a:t>
            </a:r>
          </a:p>
        </p:txBody>
      </p:sp>
      <p:sp>
        <p:nvSpPr>
          <p:cNvPr id="330" name="text-298">
            <a:extLst>
              <a:ext uri="{FF2B5EF4-FFF2-40B4-BE49-F238E27FC236}">
                <a16:creationId xmlns:a16="http://schemas.microsoft.com/office/drawing/2014/main" id="{B86A87D9-0085-4F8B-B97A-E42199B39F1D}"/>
              </a:ext>
            </a:extLst>
          </p:cNvPr>
          <p:cNvSpPr>
            <a:spLocks noGrp="1"/>
          </p:cNvSpPr>
          <p:nvPr/>
        </p:nvSpPr>
        <p:spPr>
          <a:xfrm>
            <a:off x="9788574" y="2479808"/>
            <a:ext cx="218112" cy="11309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575" b="0" i="0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575" b="0" i="0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68" dirty="0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rPr>
              <a:t>No</a:t>
            </a:r>
          </a:p>
        </p:txBody>
      </p:sp>
      <p:sp>
        <p:nvSpPr>
          <p:cNvPr id="333" name="text-300">
            <a:extLst>
              <a:ext uri="{FF2B5EF4-FFF2-40B4-BE49-F238E27FC236}">
                <a16:creationId xmlns:a16="http://schemas.microsoft.com/office/drawing/2014/main" id="{77E33AAD-F642-4A8F-BCD7-81FE1013593D}"/>
              </a:ext>
            </a:extLst>
          </p:cNvPr>
          <p:cNvSpPr>
            <a:spLocks noGrp="1"/>
          </p:cNvSpPr>
          <p:nvPr/>
        </p:nvSpPr>
        <p:spPr>
          <a:xfrm>
            <a:off x="9788574" y="3586526"/>
            <a:ext cx="218112" cy="11309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575" b="0" i="0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575" b="0" i="0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68" dirty="0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rPr>
              <a:t>Yes</a:t>
            </a:r>
          </a:p>
        </p:txBody>
      </p:sp>
      <p:sp>
        <p:nvSpPr>
          <p:cNvPr id="334" name="flow-301">
            <a:extLst>
              <a:ext uri="{FF2B5EF4-FFF2-40B4-BE49-F238E27FC236}">
                <a16:creationId xmlns:a16="http://schemas.microsoft.com/office/drawing/2014/main" id="{81370A86-F469-4660-ABB6-63E9119DE517}"/>
              </a:ext>
            </a:extLst>
          </p:cNvPr>
          <p:cNvSpPr>
            <a:spLocks noGrp="1"/>
          </p:cNvSpPr>
          <p:nvPr/>
        </p:nvSpPr>
        <p:spPr>
          <a:xfrm>
            <a:off x="8768622" y="3069520"/>
            <a:ext cx="367560" cy="1062287"/>
          </a:xfrm>
          <a:custGeom>
            <a:avLst/>
            <a:gdLst/>
            <a:ahLst/>
            <a:cxnLst/>
            <a:rect l="0" t="0" r="0" b="0"/>
            <a:pathLst>
              <a:path w="866775" h="2505075">
                <a:moveTo>
                  <a:pt x="0" y="2505075"/>
                </a:moveTo>
                <a:lnTo>
                  <a:pt x="419100" y="2505075"/>
                </a:lnTo>
                <a:lnTo>
                  <a:pt x="419100" y="0"/>
                </a:lnTo>
                <a:lnTo>
                  <a:pt x="866775" y="0"/>
                </a:lnTo>
              </a:path>
            </a:pathLst>
          </a:custGeom>
          <a:noFill/>
          <a:ln w="18098">
            <a:solidFill>
              <a:srgbClr val="243247"/>
            </a:solidFill>
            <a:prstDash val="solid"/>
          </a:ln>
        </p:spPr>
      </p:sp>
      <p:sp>
        <p:nvSpPr>
          <p:cNvPr id="335" name="arrow-301">
            <a:extLst>
              <a:ext uri="{FF2B5EF4-FFF2-40B4-BE49-F238E27FC236}">
                <a16:creationId xmlns:a16="http://schemas.microsoft.com/office/drawing/2014/main" id="{F338F98B-AEFE-4A18-B828-B1F540628F90}"/>
              </a:ext>
            </a:extLst>
          </p:cNvPr>
          <p:cNvSpPr>
            <a:spLocks noGrp="1"/>
          </p:cNvSpPr>
          <p:nvPr/>
        </p:nvSpPr>
        <p:spPr>
          <a:xfrm>
            <a:off x="9095791" y="3051344"/>
            <a:ext cx="40391" cy="36352"/>
          </a:xfrm>
          <a:custGeom>
            <a:avLst/>
            <a:gdLst/>
            <a:ahLst/>
            <a:cxnLst/>
            <a:rect l="0" t="0" r="0" b="0"/>
            <a:pathLst>
              <a:path w="95250" h="85725">
                <a:moveTo>
                  <a:pt x="95250" y="42863"/>
                </a:moveTo>
                <a:lnTo>
                  <a:pt x="0" y="0"/>
                </a:lnTo>
                <a:lnTo>
                  <a:pt x="0" y="85725"/>
                </a:lnTo>
                <a:close/>
              </a:path>
            </a:pathLst>
          </a:custGeom>
          <a:solidFill>
            <a:srgbClr val="243247"/>
          </a:solidFill>
          <a:ln w="953">
            <a:solidFill>
              <a:srgbClr val="243247"/>
            </a:solidFill>
          </a:ln>
        </p:spPr>
      </p:sp>
      <p:sp>
        <p:nvSpPr>
          <p:cNvPr id="336" name="flow-302">
            <a:extLst>
              <a:ext uri="{FF2B5EF4-FFF2-40B4-BE49-F238E27FC236}">
                <a16:creationId xmlns:a16="http://schemas.microsoft.com/office/drawing/2014/main" id="{8F523B36-62A2-4C6E-AF75-0FB46A0C4FDC}"/>
              </a:ext>
            </a:extLst>
          </p:cNvPr>
          <p:cNvSpPr>
            <a:spLocks noGrp="1"/>
          </p:cNvSpPr>
          <p:nvPr/>
        </p:nvSpPr>
        <p:spPr>
          <a:xfrm>
            <a:off x="8768622" y="3154340"/>
            <a:ext cx="496811" cy="1575255"/>
          </a:xfrm>
          <a:custGeom>
            <a:avLst/>
            <a:gdLst/>
            <a:ahLst/>
            <a:cxnLst/>
            <a:rect l="0" t="0" r="0" b="0"/>
            <a:pathLst>
              <a:path w="1171575" h="3714750">
                <a:moveTo>
                  <a:pt x="0" y="3714750"/>
                </a:moveTo>
                <a:lnTo>
                  <a:pt x="495300" y="3714750"/>
                </a:lnTo>
                <a:lnTo>
                  <a:pt x="495300" y="0"/>
                </a:lnTo>
                <a:lnTo>
                  <a:pt x="1171575" y="0"/>
                </a:lnTo>
              </a:path>
            </a:pathLst>
          </a:custGeom>
          <a:noFill/>
          <a:ln w="15240">
            <a:solidFill>
              <a:srgbClr val="8795A8"/>
            </a:solidFill>
            <a:prstDash val="dash"/>
          </a:ln>
        </p:spPr>
      </p:sp>
      <p:sp>
        <p:nvSpPr>
          <p:cNvPr id="337" name="arrow-302">
            <a:extLst>
              <a:ext uri="{FF2B5EF4-FFF2-40B4-BE49-F238E27FC236}">
                <a16:creationId xmlns:a16="http://schemas.microsoft.com/office/drawing/2014/main" id="{3C1F06DA-437E-43E4-8524-339EAE743BC2}"/>
              </a:ext>
            </a:extLst>
          </p:cNvPr>
          <p:cNvSpPr>
            <a:spLocks noGrp="1"/>
          </p:cNvSpPr>
          <p:nvPr/>
        </p:nvSpPr>
        <p:spPr>
          <a:xfrm>
            <a:off x="9225042" y="3136165"/>
            <a:ext cx="40391" cy="36352"/>
          </a:xfrm>
          <a:custGeom>
            <a:avLst/>
            <a:gdLst/>
            <a:ahLst/>
            <a:cxnLst/>
            <a:rect l="0" t="0" r="0" b="0"/>
            <a:pathLst>
              <a:path w="95250" h="85725">
                <a:moveTo>
                  <a:pt x="95250" y="42863"/>
                </a:moveTo>
                <a:lnTo>
                  <a:pt x="0" y="0"/>
                </a:lnTo>
                <a:lnTo>
                  <a:pt x="0" y="85725"/>
                </a:lnTo>
                <a:close/>
              </a:path>
            </a:pathLst>
          </a:custGeom>
          <a:solidFill>
            <a:srgbClr val="8795A8"/>
          </a:solidFill>
          <a:ln w="953">
            <a:solidFill>
              <a:srgbClr val="8795A8"/>
            </a:solidFill>
          </a:ln>
        </p:spPr>
      </p:sp>
      <p:sp>
        <p:nvSpPr>
          <p:cNvPr id="338" name="flow-303">
            <a:extLst>
              <a:ext uri="{FF2B5EF4-FFF2-40B4-BE49-F238E27FC236}">
                <a16:creationId xmlns:a16="http://schemas.microsoft.com/office/drawing/2014/main" id="{45E19753-7214-4900-8962-104B06B9EC44}"/>
              </a:ext>
            </a:extLst>
          </p:cNvPr>
          <p:cNvSpPr>
            <a:spLocks noGrp="1"/>
          </p:cNvSpPr>
          <p:nvPr/>
        </p:nvSpPr>
        <p:spPr>
          <a:xfrm>
            <a:off x="8768622" y="1926450"/>
            <a:ext cx="367560" cy="4039"/>
          </a:xfrm>
          <a:custGeom>
            <a:avLst/>
            <a:gdLst/>
            <a:ahLst/>
            <a:cxnLst/>
            <a:rect l="0" t="0" r="0" b="0"/>
            <a:pathLst>
              <a:path w="866775" h="9525">
                <a:moveTo>
                  <a:pt x="0" y="0"/>
                </a:moveTo>
                <a:lnTo>
                  <a:pt x="866775" y="0"/>
                </a:lnTo>
              </a:path>
            </a:pathLst>
          </a:custGeom>
          <a:noFill/>
          <a:ln w="15240">
            <a:solidFill>
              <a:srgbClr val="8795A8"/>
            </a:solidFill>
            <a:prstDash val="dash"/>
          </a:ln>
        </p:spPr>
      </p:sp>
      <p:sp>
        <p:nvSpPr>
          <p:cNvPr id="339" name="arrow-303">
            <a:extLst>
              <a:ext uri="{FF2B5EF4-FFF2-40B4-BE49-F238E27FC236}">
                <a16:creationId xmlns:a16="http://schemas.microsoft.com/office/drawing/2014/main" id="{A157C3CF-3026-4490-ABA8-0A0FD12D3770}"/>
              </a:ext>
            </a:extLst>
          </p:cNvPr>
          <p:cNvSpPr>
            <a:spLocks noGrp="1"/>
          </p:cNvSpPr>
          <p:nvPr/>
        </p:nvSpPr>
        <p:spPr>
          <a:xfrm>
            <a:off x="9095791" y="1908274"/>
            <a:ext cx="40391" cy="36352"/>
          </a:xfrm>
          <a:custGeom>
            <a:avLst/>
            <a:gdLst/>
            <a:ahLst/>
            <a:cxnLst/>
            <a:rect l="0" t="0" r="0" b="0"/>
            <a:pathLst>
              <a:path w="95250" h="85725">
                <a:moveTo>
                  <a:pt x="95250" y="42863"/>
                </a:moveTo>
                <a:lnTo>
                  <a:pt x="0" y="0"/>
                </a:lnTo>
                <a:lnTo>
                  <a:pt x="0" y="85725"/>
                </a:lnTo>
                <a:close/>
              </a:path>
            </a:pathLst>
          </a:custGeom>
          <a:solidFill>
            <a:srgbClr val="8795A8"/>
          </a:solidFill>
          <a:ln w="953">
            <a:solidFill>
              <a:srgbClr val="8795A8"/>
            </a:solidFill>
          </a:ln>
        </p:spPr>
      </p:sp>
      <p:sp>
        <p:nvSpPr>
          <p:cNvPr id="340" name="text-304">
            <a:extLst>
              <a:ext uri="{FF2B5EF4-FFF2-40B4-BE49-F238E27FC236}">
                <a16:creationId xmlns:a16="http://schemas.microsoft.com/office/drawing/2014/main" id="{F7F1877A-70A9-4869-A60E-28517F7A8272}"/>
              </a:ext>
            </a:extLst>
          </p:cNvPr>
          <p:cNvSpPr>
            <a:spLocks noGrp="1"/>
          </p:cNvSpPr>
          <p:nvPr/>
        </p:nvSpPr>
        <p:spPr>
          <a:xfrm>
            <a:off x="9124063" y="4543496"/>
            <a:ext cx="1235969" cy="17368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575" b="0" i="0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575" b="0" i="0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68" dirty="0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rPr>
              <a:t>One inference path</a:t>
            </a:r>
          </a:p>
          <a:p>
            <a:pPr algn="ctr">
              <a:defRPr sz="1575" b="0" i="0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68" dirty="0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rPr>
              <a:t>for every test flow</a:t>
            </a:r>
          </a:p>
        </p:txBody>
      </p:sp>
      <p:sp>
        <p:nvSpPr>
          <p:cNvPr id="348" name="flow-39">
            <a:extLst>
              <a:ext uri="{FF2B5EF4-FFF2-40B4-BE49-F238E27FC236}">
                <a16:creationId xmlns:a16="http://schemas.microsoft.com/office/drawing/2014/main" id="{997A367F-5D03-B630-AF24-F65A833FD7A7}"/>
              </a:ext>
            </a:extLst>
          </p:cNvPr>
          <p:cNvSpPr>
            <a:spLocks noGrp="1"/>
          </p:cNvSpPr>
          <p:nvPr/>
        </p:nvSpPr>
        <p:spPr>
          <a:xfrm>
            <a:off x="1217724" y="4508037"/>
            <a:ext cx="654336" cy="4039"/>
          </a:xfrm>
          <a:custGeom>
            <a:avLst/>
            <a:gdLst/>
            <a:ahLst/>
            <a:cxnLst/>
            <a:rect l="0" t="0" r="0" b="0"/>
            <a:pathLst>
              <a:path w="1543050" h="9525">
                <a:moveTo>
                  <a:pt x="0" y="0"/>
                </a:moveTo>
                <a:lnTo>
                  <a:pt x="1543050" y="0"/>
                </a:lnTo>
              </a:path>
            </a:pathLst>
          </a:custGeom>
          <a:noFill/>
          <a:ln w="18098">
            <a:solidFill>
              <a:schemeClr val="accent2"/>
            </a:solidFill>
            <a:prstDash val="solid"/>
          </a:ln>
        </p:spPr>
      </p:sp>
      <p:sp>
        <p:nvSpPr>
          <p:cNvPr id="351" name="文本框 350">
            <a:extLst>
              <a:ext uri="{FF2B5EF4-FFF2-40B4-BE49-F238E27FC236}">
                <a16:creationId xmlns:a16="http://schemas.microsoft.com/office/drawing/2014/main" id="{B81D7FC2-0EF1-670E-379C-3EB04E88284B}"/>
              </a:ext>
            </a:extLst>
          </p:cNvPr>
          <p:cNvSpPr txBox="1"/>
          <p:nvPr/>
        </p:nvSpPr>
        <p:spPr>
          <a:xfrm>
            <a:off x="3112067" y="2978638"/>
            <a:ext cx="847311" cy="1901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36" dirty="0">
                <a:solidFill>
                  <a:srgbClr val="243247"/>
                </a:solidFill>
                <a:latin typeface="Times New Roman"/>
                <a:cs typeface="Times New Roman"/>
              </a:rPr>
              <a:t>Graph Construction</a:t>
            </a:r>
            <a:endParaRPr lang="zh-CN" altLang="en-US" sz="636" dirty="0">
              <a:solidFill>
                <a:srgbClr val="243247"/>
              </a:solidFill>
              <a:latin typeface="Times New Roman"/>
              <a:cs typeface="Times New Roman"/>
            </a:endParaRPr>
          </a:p>
        </p:txBody>
      </p:sp>
      <p:cxnSp>
        <p:nvCxnSpPr>
          <p:cNvPr id="357" name="连接符: 肘形 356">
            <a:extLst>
              <a:ext uri="{FF2B5EF4-FFF2-40B4-BE49-F238E27FC236}">
                <a16:creationId xmlns:a16="http://schemas.microsoft.com/office/drawing/2014/main" id="{ADC5C074-271F-7F1C-BF9D-D3CD85259F43}"/>
              </a:ext>
            </a:extLst>
          </p:cNvPr>
          <p:cNvCxnSpPr>
            <a:cxnSpLocks/>
            <a:stCxn id="48" idx="3"/>
            <a:endCxn id="236" idx="0"/>
          </p:cNvCxnSpPr>
          <p:nvPr/>
        </p:nvCxnSpPr>
        <p:spPr>
          <a:xfrm>
            <a:off x="5050843" y="2215247"/>
            <a:ext cx="374513" cy="469508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9" name="连接符: 肘形 358">
            <a:extLst>
              <a:ext uri="{FF2B5EF4-FFF2-40B4-BE49-F238E27FC236}">
                <a16:creationId xmlns:a16="http://schemas.microsoft.com/office/drawing/2014/main" id="{8495785A-42F3-0DC1-DC36-FEE78B99ECAB}"/>
              </a:ext>
            </a:extLst>
          </p:cNvPr>
          <p:cNvCxnSpPr>
            <a:cxnSpLocks/>
            <a:stCxn id="54" idx="3"/>
            <a:endCxn id="236" idx="2"/>
          </p:cNvCxnSpPr>
          <p:nvPr/>
        </p:nvCxnSpPr>
        <p:spPr>
          <a:xfrm flipV="1">
            <a:off x="5050843" y="3840989"/>
            <a:ext cx="374513" cy="482675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3" name="连接符: 肘形 392">
            <a:extLst>
              <a:ext uri="{FF2B5EF4-FFF2-40B4-BE49-F238E27FC236}">
                <a16:creationId xmlns:a16="http://schemas.microsoft.com/office/drawing/2014/main" id="{41180945-115F-7A62-9DD3-F2A719331375}"/>
              </a:ext>
            </a:extLst>
          </p:cNvPr>
          <p:cNvCxnSpPr>
            <a:cxnSpLocks/>
            <a:stCxn id="252" idx="3"/>
            <a:endCxn id="268" idx="1"/>
          </p:cNvCxnSpPr>
          <p:nvPr/>
        </p:nvCxnSpPr>
        <p:spPr>
          <a:xfrm flipV="1">
            <a:off x="6361045" y="1924431"/>
            <a:ext cx="432451" cy="1337956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6" name="直接箭头连接符 395">
            <a:extLst>
              <a:ext uri="{FF2B5EF4-FFF2-40B4-BE49-F238E27FC236}">
                <a16:creationId xmlns:a16="http://schemas.microsoft.com/office/drawing/2014/main" id="{268D292D-5D07-2084-D5DE-C70E4557BD80}"/>
              </a:ext>
            </a:extLst>
          </p:cNvPr>
          <p:cNvCxnSpPr>
            <a:stCxn id="322" idx="0"/>
            <a:endCxn id="319" idx="2"/>
          </p:cNvCxnSpPr>
          <p:nvPr/>
        </p:nvCxnSpPr>
        <p:spPr>
          <a:xfrm flipV="1">
            <a:off x="9742049" y="2309754"/>
            <a:ext cx="0" cy="35181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8" name="直接箭头连接符 397">
            <a:extLst>
              <a:ext uri="{FF2B5EF4-FFF2-40B4-BE49-F238E27FC236}">
                <a16:creationId xmlns:a16="http://schemas.microsoft.com/office/drawing/2014/main" id="{F85AE1D4-6EFA-A09E-78E4-D7A4382B9329}"/>
              </a:ext>
            </a:extLst>
          </p:cNvPr>
          <p:cNvCxnSpPr>
            <a:cxnSpLocks/>
            <a:stCxn id="322" idx="2"/>
            <a:endCxn id="325" idx="0"/>
          </p:cNvCxnSpPr>
          <p:nvPr/>
        </p:nvCxnSpPr>
        <p:spPr>
          <a:xfrm>
            <a:off x="9742049" y="3477470"/>
            <a:ext cx="0" cy="36150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5" name="连接符: 肘形 404">
            <a:extLst>
              <a:ext uri="{FF2B5EF4-FFF2-40B4-BE49-F238E27FC236}">
                <a16:creationId xmlns:a16="http://schemas.microsoft.com/office/drawing/2014/main" id="{30F7FADF-C29D-AC6C-E8F9-42F8A842C39E}"/>
              </a:ext>
            </a:extLst>
          </p:cNvPr>
          <p:cNvCxnSpPr>
            <a:stCxn id="271" idx="2"/>
            <a:endCxn id="308" idx="0"/>
          </p:cNvCxnSpPr>
          <p:nvPr/>
        </p:nvCxnSpPr>
        <p:spPr>
          <a:xfrm rot="16200000" flipH="1">
            <a:off x="7395324" y="3531997"/>
            <a:ext cx="258504" cy="512968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9" name="连接符: 肘形 408">
            <a:extLst>
              <a:ext uri="{FF2B5EF4-FFF2-40B4-BE49-F238E27FC236}">
                <a16:creationId xmlns:a16="http://schemas.microsoft.com/office/drawing/2014/main" id="{B196116A-52F7-B3AF-3116-50282F554578}"/>
              </a:ext>
            </a:extLst>
          </p:cNvPr>
          <p:cNvCxnSpPr>
            <a:cxnSpLocks/>
            <a:stCxn id="272" idx="2"/>
          </p:cNvCxnSpPr>
          <p:nvPr/>
        </p:nvCxnSpPr>
        <p:spPr>
          <a:xfrm rot="5400000">
            <a:off x="7969681" y="3472626"/>
            <a:ext cx="129663" cy="502870"/>
          </a:xfrm>
          <a:prstGeom prst="bentConnector2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8" name="packet-252">
            <a:extLst>
              <a:ext uri="{FF2B5EF4-FFF2-40B4-BE49-F238E27FC236}">
                <a16:creationId xmlns:a16="http://schemas.microsoft.com/office/drawing/2014/main" id="{3256F037-8A6C-C4D4-49C0-E60876D394E8}"/>
              </a:ext>
            </a:extLst>
          </p:cNvPr>
          <p:cNvSpPr>
            <a:spLocks noGrp="1"/>
          </p:cNvSpPr>
          <p:nvPr/>
        </p:nvSpPr>
        <p:spPr>
          <a:xfrm>
            <a:off x="7057203" y="2945130"/>
            <a:ext cx="40391" cy="40391"/>
          </a:xfrm>
          <a:prstGeom prst="ellipse">
            <a:avLst/>
          </a:prstGeom>
          <a:solidFill>
            <a:srgbClr val="243247"/>
          </a:solidFill>
          <a:ln w="11430">
            <a:solidFill>
              <a:srgbClr val="243247"/>
            </a:solidFill>
            <a:prstDash val="solid"/>
          </a:ln>
        </p:spPr>
      </p:sp>
      <p:cxnSp>
        <p:nvCxnSpPr>
          <p:cNvPr id="420" name="直接连接符 419">
            <a:extLst>
              <a:ext uri="{FF2B5EF4-FFF2-40B4-BE49-F238E27FC236}">
                <a16:creationId xmlns:a16="http://schemas.microsoft.com/office/drawing/2014/main" id="{AED98D9A-0B92-F4A3-2760-0F2C4D572FC5}"/>
              </a:ext>
            </a:extLst>
          </p:cNvPr>
          <p:cNvCxnSpPr>
            <a:cxnSpLocks/>
            <a:stCxn id="418" idx="2"/>
            <a:endCxn id="281" idx="2"/>
          </p:cNvCxnSpPr>
          <p:nvPr/>
        </p:nvCxnSpPr>
        <p:spPr>
          <a:xfrm>
            <a:off x="7057203" y="2965326"/>
            <a:ext cx="222819" cy="21391"/>
          </a:xfrm>
          <a:prstGeom prst="line">
            <a:avLst/>
          </a:prstGeom>
          <a:ln>
            <a:solidFill>
              <a:schemeClr val="bg2">
                <a:lumMod val="2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4" name="直接连接符 423">
            <a:extLst>
              <a:ext uri="{FF2B5EF4-FFF2-40B4-BE49-F238E27FC236}">
                <a16:creationId xmlns:a16="http://schemas.microsoft.com/office/drawing/2014/main" id="{011B3EA3-6210-E7FA-0041-70B57E428CC2}"/>
              </a:ext>
            </a:extLst>
          </p:cNvPr>
          <p:cNvCxnSpPr>
            <a:stCxn id="281" idx="6"/>
            <a:endCxn id="278" idx="1"/>
          </p:cNvCxnSpPr>
          <p:nvPr/>
        </p:nvCxnSpPr>
        <p:spPr>
          <a:xfrm flipV="1">
            <a:off x="7336569" y="2854884"/>
            <a:ext cx="162318" cy="131833"/>
          </a:xfrm>
          <a:prstGeom prst="line">
            <a:avLst/>
          </a:prstGeom>
          <a:ln>
            <a:solidFill>
              <a:schemeClr val="bg2">
                <a:lumMod val="2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0" name="直接连接符 429">
            <a:extLst>
              <a:ext uri="{FF2B5EF4-FFF2-40B4-BE49-F238E27FC236}">
                <a16:creationId xmlns:a16="http://schemas.microsoft.com/office/drawing/2014/main" id="{D8B9493A-F31D-1355-3CBC-0DF1B9C0AD02}"/>
              </a:ext>
            </a:extLst>
          </p:cNvPr>
          <p:cNvCxnSpPr>
            <a:cxnSpLocks/>
            <a:stCxn id="280" idx="0"/>
            <a:endCxn id="281" idx="4"/>
          </p:cNvCxnSpPr>
          <p:nvPr/>
        </p:nvCxnSpPr>
        <p:spPr>
          <a:xfrm flipH="1" flipV="1">
            <a:off x="7308295" y="3014991"/>
            <a:ext cx="22552" cy="230230"/>
          </a:xfrm>
          <a:prstGeom prst="line">
            <a:avLst/>
          </a:prstGeom>
          <a:ln>
            <a:solidFill>
              <a:schemeClr val="bg2">
                <a:lumMod val="2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5" name="text-218">
            <a:extLst>
              <a:ext uri="{FF2B5EF4-FFF2-40B4-BE49-F238E27FC236}">
                <a16:creationId xmlns:a16="http://schemas.microsoft.com/office/drawing/2014/main" id="{09E7F758-D133-F8EB-3FE4-157493E98856}"/>
              </a:ext>
            </a:extLst>
          </p:cNvPr>
          <p:cNvSpPr>
            <a:spLocks noGrp="1"/>
          </p:cNvSpPr>
          <p:nvPr/>
        </p:nvSpPr>
        <p:spPr>
          <a:xfrm>
            <a:off x="5172016" y="4132399"/>
            <a:ext cx="371599" cy="714923"/>
          </a:xfrm>
          <a:prstGeom prst="rect">
            <a:avLst/>
          </a:prstGeom>
          <a:noFill/>
          <a:ln w="0">
            <a:noFill/>
          </a:ln>
        </p:spPr>
        <p:txBody>
          <a:bodyPr vert="horz" wrap="none" lIns="0" tIns="0" rIns="0" bIns="0" anchor="ctr">
            <a:noAutofit/>
          </a:bodyPr>
          <a:lstStyle>
            <a:defPPr algn="ctr">
              <a:defRPr sz="1575" b="0" i="0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575" b="0" i="0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68" dirty="0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rPr>
              <a:t>Train-only </a:t>
            </a:r>
            <a:endParaRPr lang="en-US" sz="668" dirty="0">
              <a:solidFill>
                <a:srgbClr val="243247"/>
              </a:solidFill>
              <a:latin typeface="Times New Roman"/>
              <a:ea typeface="Times New Roman"/>
              <a:cs typeface="Times New Roman"/>
            </a:endParaRPr>
          </a:p>
          <a:p>
            <a:pPr algn="ctr">
              <a:defRPr sz="1575" b="0" i="0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68" dirty="0">
                <a:solidFill>
                  <a:srgbClr val="243247"/>
                </a:solidFill>
                <a:latin typeface="Times New Roman"/>
                <a:ea typeface="Times New Roman"/>
                <a:cs typeface="Times New Roman"/>
              </a:rPr>
              <a:t>standardization</a:t>
            </a:r>
          </a:p>
        </p:txBody>
      </p:sp>
      <p:cxnSp>
        <p:nvCxnSpPr>
          <p:cNvPr id="497" name="直接箭头连接符 496">
            <a:extLst>
              <a:ext uri="{FF2B5EF4-FFF2-40B4-BE49-F238E27FC236}">
                <a16:creationId xmlns:a16="http://schemas.microsoft.com/office/drawing/2014/main" id="{1973D794-153E-B811-FF68-8502005C527B}"/>
              </a:ext>
            </a:extLst>
          </p:cNvPr>
          <p:cNvCxnSpPr>
            <a:cxnSpLocks/>
            <a:stCxn id="51" idx="3"/>
            <a:endCxn id="236" idx="1"/>
          </p:cNvCxnSpPr>
          <p:nvPr/>
        </p:nvCxnSpPr>
        <p:spPr>
          <a:xfrm>
            <a:off x="5050842" y="3262387"/>
            <a:ext cx="177722" cy="48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4" name="椭圆 513">
            <a:extLst>
              <a:ext uri="{FF2B5EF4-FFF2-40B4-BE49-F238E27FC236}">
                <a16:creationId xmlns:a16="http://schemas.microsoft.com/office/drawing/2014/main" id="{F488FA7F-BF15-BB16-2644-8B60CA69D209}"/>
              </a:ext>
            </a:extLst>
          </p:cNvPr>
          <p:cNvSpPr/>
          <p:nvPr/>
        </p:nvSpPr>
        <p:spPr>
          <a:xfrm>
            <a:off x="5662100" y="3152662"/>
            <a:ext cx="219448" cy="219448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19"/>
          </a:p>
        </p:txBody>
      </p:sp>
      <p:cxnSp>
        <p:nvCxnSpPr>
          <p:cNvPr id="517" name="直接连接符 516">
            <a:extLst>
              <a:ext uri="{FF2B5EF4-FFF2-40B4-BE49-F238E27FC236}">
                <a16:creationId xmlns:a16="http://schemas.microsoft.com/office/drawing/2014/main" id="{D4061889-E05C-3725-EE14-BD1E8C05BA4D}"/>
              </a:ext>
            </a:extLst>
          </p:cNvPr>
          <p:cNvCxnSpPr/>
          <p:nvPr/>
        </p:nvCxnSpPr>
        <p:spPr>
          <a:xfrm>
            <a:off x="5725370" y="3267810"/>
            <a:ext cx="97532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9" name="直接连接符 518">
            <a:extLst>
              <a:ext uri="{FF2B5EF4-FFF2-40B4-BE49-F238E27FC236}">
                <a16:creationId xmlns:a16="http://schemas.microsoft.com/office/drawing/2014/main" id="{376B1B64-8939-57D4-3AB0-216CC7FF4113}"/>
              </a:ext>
            </a:extLst>
          </p:cNvPr>
          <p:cNvCxnSpPr>
            <a:cxnSpLocks/>
          </p:cNvCxnSpPr>
          <p:nvPr/>
        </p:nvCxnSpPr>
        <p:spPr>
          <a:xfrm>
            <a:off x="5773540" y="3216348"/>
            <a:ext cx="0" cy="97532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2" name="直接连接符 521">
            <a:extLst>
              <a:ext uri="{FF2B5EF4-FFF2-40B4-BE49-F238E27FC236}">
                <a16:creationId xmlns:a16="http://schemas.microsoft.com/office/drawing/2014/main" id="{236496EF-1698-758C-1CD9-A0D89566F0A8}"/>
              </a:ext>
            </a:extLst>
          </p:cNvPr>
          <p:cNvCxnSpPr>
            <a:stCxn id="236" idx="3"/>
            <a:endCxn id="514" idx="2"/>
          </p:cNvCxnSpPr>
          <p:nvPr/>
        </p:nvCxnSpPr>
        <p:spPr>
          <a:xfrm flipV="1">
            <a:off x="5622148" y="3262386"/>
            <a:ext cx="39952" cy="48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6" name="直接连接符 525">
            <a:extLst>
              <a:ext uri="{FF2B5EF4-FFF2-40B4-BE49-F238E27FC236}">
                <a16:creationId xmlns:a16="http://schemas.microsoft.com/office/drawing/2014/main" id="{48B5E391-9A6C-5311-D164-A25981B5EB99}"/>
              </a:ext>
            </a:extLst>
          </p:cNvPr>
          <p:cNvCxnSpPr>
            <a:stCxn id="514" idx="6"/>
            <a:endCxn id="252" idx="1"/>
          </p:cNvCxnSpPr>
          <p:nvPr/>
        </p:nvCxnSpPr>
        <p:spPr>
          <a:xfrm>
            <a:off x="5881548" y="3262386"/>
            <a:ext cx="43384" cy="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15248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444</Words>
  <Application>Microsoft Office PowerPoint</Application>
  <PresentationFormat>宽屏</PresentationFormat>
  <Paragraphs>84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Arial</vt:lpstr>
      <vt:lpstr>Times New Roman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yihang kuang</dc:creator>
  <cp:lastModifiedBy>yihang kuang</cp:lastModifiedBy>
  <cp:revision>6</cp:revision>
  <dcterms:created xsi:type="dcterms:W3CDTF">2026-10-07T06:54:07Z</dcterms:created>
  <dcterms:modified xsi:type="dcterms:W3CDTF">2026-10-10T09:25:43Z</dcterms:modified>
</cp:coreProperties>
</file>