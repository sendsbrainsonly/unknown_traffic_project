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7145000" cy="9715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69C"/>
    <a:srgbClr val="FFF3F1"/>
    <a:srgbClr val="99BFE5"/>
    <a:srgbClr val="C9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根据用户2026-10-20上传的三栏参考图重绘为原生可编辑PPT。保留报文/burst、7维特征图标、FIG、输入X矩阵、TAGCN邻域/公式及H均值池化输出。科学内容依据 D:/unknown traffic/unknown_traffic_project/src/preprocessing/fig_graph.py 与 src/stage1/tagcn.py 及 paper/md/ch3/1.md。所有图边无向：burst内(1,2),(2,3),(4,5),(6,7)，跨burst(1,4),(3,5),(4,6),(5,7)；不沿用参考位图中错误的p1-p6边。中心p2的一跳p1,p3，新增二跳p4,p5，三跳p6,p7。矩阵色块/图标仅示意，不是实验测得热图。Â=D^-1/2(A+I)D^-1/2；N=真实节点数。训练可用dropout，推理关闭；池化仅平均真实节点。当前例子端点A/B取客户端/服务器只是示例，实际按首包发起方向定义正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根据用户2026-10-20上传的三栏参考图重绘为原生可编辑PPT。保留报文/burst、7维特征图标、FIG、输入X矩阵、TAGCN邻域/公式及H均值池化输出。科学内容依据 D:/unknown traffic/unknown_traffic_project/src/preprocessing/fig_graph.py 与 src/stage1/tagcn.py 及 paper/md/ch3/1.md。所有图边无向：burst内(1,2),(2,3),(4,5),(6,7)，跨burst(1,4),(3,5),(4,6),(5,7)；不沿用参考位图中错误的p1-p6边。中心p2的一跳p1,p3，新增二跳p4,p5，三跳p6,p7。矩阵色块/图标仅示意，不是实验测得热图。Â=D^-1/2(A+I)D^-1/2；N=真实节点数。训练可用dropout，推理关闭；池化仅平均真实节点。当前例子端点A/B取客户端/服务器只是示例，实际按首包发起方向定义正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714500" y="3670300"/>
            <a:ext cx="13716000" cy="14033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571750" y="5343525"/>
            <a:ext cx="12001500" cy="1079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714500" y="4048125"/>
            <a:ext cx="13716000" cy="1619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964406" y="755650"/>
            <a:ext cx="15216188" cy="11874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964406" y="2698750"/>
            <a:ext cx="15216188" cy="604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3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993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56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18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8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43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06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68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3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964406" y="755650"/>
            <a:ext cx="15216188" cy="11874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964406" y="2698750"/>
            <a:ext cx="7072313" cy="604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3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993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56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18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8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43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06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68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3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9108281" y="2698750"/>
            <a:ext cx="7072313" cy="604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3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993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56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18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8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43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06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68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3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29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964406" y="755650"/>
            <a:ext cx="15216188" cy="11874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964406" y="2698750"/>
            <a:ext cx="7072313" cy="604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3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993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56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18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8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43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06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685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310" indent="-321310" algn="l">
              <a:lnSpc>
                <a:spcPct val="110000"/>
              </a:lnSpc>
              <a:spcBef>
                <a:spcPts val="0"/>
              </a:spcBef>
              <a:spcAft>
                <a:spcPts val="1690"/>
              </a:spcAft>
              <a:buChar char="•"/>
              <a:defRPr sz="31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ll-3"/>
          <p:cNvSpPr>
            <a:spLocks noGrp="1"/>
          </p:cNvSpPr>
          <p:nvPr/>
        </p:nvSpPr>
        <p:spPr>
          <a:xfrm>
            <a:off x="981075" y="352425"/>
            <a:ext cx="49625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双向流的报文序列与burst划分</a:t>
            </a:r>
            <a:endParaRPr sz="2325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full-4"/>
          <p:cNvSpPr>
            <a:spLocks noGrp="1"/>
          </p:cNvSpPr>
          <p:nvPr/>
        </p:nvSpPr>
        <p:spPr>
          <a:xfrm>
            <a:off x="142875" y="952500"/>
            <a:ext cx="5886450" cy="0"/>
          </a:xfrm>
          <a:prstGeom prst="line">
            <a:avLst/>
          </a:prstGeom>
          <a:noFill/>
          <a:ln w="7620">
            <a:solidFill>
              <a:srgbClr val="EAF4FD"/>
            </a:solidFill>
            <a:prstDash val="solid"/>
          </a:ln>
        </p:spPr>
      </p:sp>
      <p:sp>
        <p:nvSpPr>
          <p:cNvPr id="11" name="full-7"/>
          <p:cNvSpPr>
            <a:spLocks noGrp="1"/>
          </p:cNvSpPr>
          <p:nvPr/>
        </p:nvSpPr>
        <p:spPr>
          <a:xfrm>
            <a:off x="6886575" y="187325"/>
            <a:ext cx="40100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流交互图构建G</a:t>
            </a:r>
            <a:r>
              <a:rPr sz="2325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(x)=(V, E)</a:t>
            </a:r>
            <a:endParaRPr sz="2325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full-8"/>
          <p:cNvSpPr>
            <a:spLocks noGrp="1"/>
          </p:cNvSpPr>
          <p:nvPr/>
        </p:nvSpPr>
        <p:spPr>
          <a:xfrm>
            <a:off x="6162675" y="368300"/>
            <a:ext cx="4933950" cy="0"/>
          </a:xfrm>
          <a:prstGeom prst="line">
            <a:avLst/>
          </a:prstGeom>
          <a:noFill/>
          <a:ln w="7620">
            <a:solidFill>
              <a:srgbClr val="EDF7F1"/>
            </a:solidFill>
            <a:prstDash val="solid"/>
          </a:ln>
        </p:spPr>
      </p:sp>
      <p:sp>
        <p:nvSpPr>
          <p:cNvPr id="17" name="full-11"/>
          <p:cNvSpPr>
            <a:spLocks noGrp="1"/>
          </p:cNvSpPr>
          <p:nvPr/>
        </p:nvSpPr>
        <p:spPr>
          <a:xfrm>
            <a:off x="12484100" y="4416425"/>
            <a:ext cx="48482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TAGCN 编码与邻域聚合（K = 2）</a:t>
            </a:r>
            <a:endParaRPr sz="2325" b="1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8" name="full-12"/>
          <p:cNvSpPr>
            <a:spLocks noGrp="1"/>
          </p:cNvSpPr>
          <p:nvPr/>
        </p:nvSpPr>
        <p:spPr>
          <a:xfrm>
            <a:off x="6248400" y="5407025"/>
            <a:ext cx="5772150" cy="0"/>
          </a:xfrm>
          <a:prstGeom prst="line">
            <a:avLst/>
          </a:prstGeom>
          <a:noFill/>
          <a:ln w="7620">
            <a:solidFill>
              <a:srgbClr val="FFF3E9"/>
            </a:solidFill>
            <a:prstDash val="solid"/>
          </a:ln>
        </p:spPr>
      </p:sp>
      <p:sp>
        <p:nvSpPr>
          <p:cNvPr id="19" name="full-13"/>
          <p:cNvSpPr>
            <a:spLocks noGrp="1"/>
          </p:cNvSpPr>
          <p:nvPr/>
        </p:nvSpPr>
        <p:spPr>
          <a:xfrm>
            <a:off x="304800" y="1095375"/>
            <a:ext cx="55626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(1) </a:t>
            </a:r>
            <a:r>
              <a:rPr sz="1950" b="1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双向流的报文序列输入（按时间顺序</a:t>
            </a:r>
            <a:r>
              <a:rPr sz="1950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）</a:t>
            </a:r>
            <a:endParaRPr sz="1950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0" name="full-14"/>
          <p:cNvSpPr>
            <a:spLocks noGrp="1"/>
          </p:cNvSpPr>
          <p:nvPr/>
        </p:nvSpPr>
        <p:spPr>
          <a:xfrm>
            <a:off x="342900" y="1619250"/>
            <a:ext cx="2143125" cy="17145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EFF7FE"/>
              </a:gs>
              <a:gs pos="100000">
                <a:srgbClr val="EBF5FE"/>
              </a:gs>
            </a:gsLst>
            <a:lin ang="5400000" scaled="0"/>
          </a:gradFill>
          <a:ln w="6668">
            <a:solidFill>
              <a:srgbClr val="C3DCF2"/>
            </a:solidFill>
            <a:prstDash val="solid"/>
          </a:ln>
        </p:spPr>
      </p:sp>
      <p:sp>
        <p:nvSpPr>
          <p:cNvPr id="21" name="full-15"/>
          <p:cNvSpPr>
            <a:spLocks noGrp="1"/>
          </p:cNvSpPr>
          <p:nvPr/>
        </p:nvSpPr>
        <p:spPr>
          <a:xfrm>
            <a:off x="3638550" y="1619250"/>
            <a:ext cx="2143125" cy="17145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FFF3F1"/>
              </a:gs>
              <a:gs pos="100000">
                <a:srgbClr val="FFF0EE"/>
              </a:gs>
            </a:gsLst>
            <a:lin ang="5400000" scaled="0"/>
          </a:gradFill>
          <a:ln w="6668">
            <a:solidFill>
              <a:srgbClr val="F2D6D1"/>
            </a:solidFill>
            <a:prstDash val="solid"/>
          </a:ln>
        </p:spPr>
      </p:sp>
      <p:sp>
        <p:nvSpPr>
          <p:cNvPr id="22" name="full-16"/>
          <p:cNvSpPr>
            <a:spLocks noGrp="1"/>
          </p:cNvSpPr>
          <p:nvPr/>
        </p:nvSpPr>
        <p:spPr>
          <a:xfrm>
            <a:off x="400050" y="1762125"/>
            <a:ext cx="2028825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客户端（正向 +）</a:t>
            </a:r>
            <a:endParaRPr sz="1725" b="1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3" name="full-17"/>
          <p:cNvSpPr>
            <a:spLocks noGrp="1"/>
          </p:cNvSpPr>
          <p:nvPr/>
        </p:nvSpPr>
        <p:spPr>
          <a:xfrm>
            <a:off x="3695700" y="1762125"/>
            <a:ext cx="2028825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 err="1">
                <a:solidFill>
                  <a:srgbClr val="C95148"/>
                </a:solidFill>
                <a:latin typeface="宋体"/>
                <a:ea typeface="宋体"/>
                <a:cs typeface="宋体"/>
              </a:rPr>
              <a:t>服务器（反向</a:t>
            </a:r>
            <a:r>
              <a:rPr sz="1725" b="1" dirty="0">
                <a:solidFill>
                  <a:srgbClr val="C95148"/>
                </a:solidFill>
                <a:latin typeface="宋体"/>
                <a:ea typeface="宋体"/>
                <a:cs typeface="宋体"/>
              </a:rPr>
              <a:t> −）</a:t>
            </a:r>
            <a:endParaRPr sz="1725" b="1" dirty="0">
              <a:solidFill>
                <a:srgbClr val="C95148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4" name="full-18"/>
          <p:cNvSpPr>
            <a:spLocks noGrp="1"/>
          </p:cNvSpPr>
          <p:nvPr/>
        </p:nvSpPr>
        <p:spPr>
          <a:xfrm>
            <a:off x="962025" y="2266950"/>
            <a:ext cx="847725" cy="619125"/>
          </a:xfrm>
          <a:prstGeom prst="roundRect">
            <a:avLst>
              <a:gd name="adj" fmla="val 18462"/>
            </a:avLst>
          </a:prstGeom>
          <a:gradFill rotWithShape="1">
            <a:gsLst>
              <a:gs pos="0">
                <a:srgbClr val="C6E1F5"/>
              </a:gs>
              <a:gs pos="100000">
                <a:srgbClr val="B8D9F3"/>
              </a:gs>
            </a:gsLst>
            <a:lin ang="5400000" scaled="0"/>
          </a:gradFill>
          <a:ln w="19050">
            <a:solidFill>
              <a:srgbClr val="2474BD"/>
            </a:solidFill>
            <a:prstDash val="solid"/>
          </a:ln>
        </p:spPr>
      </p:sp>
      <p:sp>
        <p:nvSpPr>
          <p:cNvPr id="25" name="full-19"/>
          <p:cNvSpPr>
            <a:spLocks noGrp="1"/>
          </p:cNvSpPr>
          <p:nvPr/>
        </p:nvSpPr>
        <p:spPr>
          <a:xfrm>
            <a:off x="1019175" y="2324100"/>
            <a:ext cx="733425" cy="466725"/>
          </a:xfrm>
          <a:prstGeom prst="rect">
            <a:avLst/>
          </a:prstGeom>
          <a:solidFill>
            <a:srgbClr val="E9F7FF"/>
          </a:solidFill>
          <a:ln w="9525">
            <a:solidFill>
              <a:srgbClr val="77ADE1"/>
            </a:solidFill>
            <a:prstDash val="solid"/>
          </a:ln>
        </p:spPr>
      </p:sp>
      <p:sp>
        <p:nvSpPr>
          <p:cNvPr id="26" name="full-20"/>
          <p:cNvSpPr>
            <a:spLocks noGrp="1"/>
          </p:cNvSpPr>
          <p:nvPr/>
        </p:nvSpPr>
        <p:spPr>
          <a:xfrm>
            <a:off x="847725" y="2924175"/>
            <a:ext cx="1076325" cy="123825"/>
          </a:xfrm>
          <a:prstGeom prst="trapezoid">
            <a:avLst/>
          </a:prstGeom>
          <a:solidFill>
            <a:srgbClr val="88B7DD"/>
          </a:solidFill>
          <a:ln w="14288">
            <a:solidFill>
              <a:srgbClr val="2474BD"/>
            </a:solidFill>
            <a:prstDash val="solid"/>
          </a:ln>
        </p:spPr>
      </p:sp>
      <p:sp>
        <p:nvSpPr>
          <p:cNvPr id="27" name="full-21"/>
          <p:cNvSpPr>
            <a:spLocks noGrp="1"/>
          </p:cNvSpPr>
          <p:nvPr/>
        </p:nvSpPr>
        <p:spPr>
          <a:xfrm>
            <a:off x="1257300" y="2943225"/>
            <a:ext cx="247650" cy="38100"/>
          </a:xfrm>
          <a:prstGeom prst="rect">
            <a:avLst/>
          </a:prstGeom>
          <a:solidFill>
            <a:srgbClr val="D5E9F7"/>
          </a:solidFill>
          <a:ln w="9525">
            <a:noFill/>
            <a:prstDash val="solid"/>
          </a:ln>
        </p:spPr>
      </p:sp>
      <p:sp>
        <p:nvSpPr>
          <p:cNvPr id="28" name="full-22"/>
          <p:cNvSpPr>
            <a:spLocks noGrp="1"/>
          </p:cNvSpPr>
          <p:nvPr/>
        </p:nvSpPr>
        <p:spPr>
          <a:xfrm>
            <a:off x="4305300" y="2238375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29" name="full-23"/>
          <p:cNvSpPr>
            <a:spLocks noGrp="1"/>
          </p:cNvSpPr>
          <p:nvPr/>
        </p:nvSpPr>
        <p:spPr>
          <a:xfrm>
            <a:off x="4381500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0" name="full-24"/>
          <p:cNvSpPr>
            <a:spLocks noGrp="1"/>
          </p:cNvSpPr>
          <p:nvPr/>
        </p:nvSpPr>
        <p:spPr>
          <a:xfrm>
            <a:off x="4429125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1" name="full-25"/>
          <p:cNvSpPr>
            <a:spLocks noGrp="1"/>
          </p:cNvSpPr>
          <p:nvPr/>
        </p:nvSpPr>
        <p:spPr>
          <a:xfrm>
            <a:off x="4476750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2" name="full-26"/>
          <p:cNvSpPr>
            <a:spLocks noGrp="1"/>
          </p:cNvSpPr>
          <p:nvPr/>
        </p:nvSpPr>
        <p:spPr>
          <a:xfrm>
            <a:off x="4524375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3" name="full-27"/>
          <p:cNvSpPr>
            <a:spLocks noGrp="1"/>
          </p:cNvSpPr>
          <p:nvPr/>
        </p:nvSpPr>
        <p:spPr>
          <a:xfrm>
            <a:off x="5000625" y="2314575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34" name="full-28"/>
          <p:cNvSpPr>
            <a:spLocks noGrp="1"/>
          </p:cNvSpPr>
          <p:nvPr/>
        </p:nvSpPr>
        <p:spPr>
          <a:xfrm>
            <a:off x="4305300" y="2514600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35" name="full-29"/>
          <p:cNvSpPr>
            <a:spLocks noGrp="1"/>
          </p:cNvSpPr>
          <p:nvPr/>
        </p:nvSpPr>
        <p:spPr>
          <a:xfrm>
            <a:off x="4381500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6" name="full-30"/>
          <p:cNvSpPr>
            <a:spLocks noGrp="1"/>
          </p:cNvSpPr>
          <p:nvPr/>
        </p:nvSpPr>
        <p:spPr>
          <a:xfrm>
            <a:off x="4429125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7" name="full-31"/>
          <p:cNvSpPr>
            <a:spLocks noGrp="1"/>
          </p:cNvSpPr>
          <p:nvPr/>
        </p:nvSpPr>
        <p:spPr>
          <a:xfrm>
            <a:off x="4476750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8" name="full-32"/>
          <p:cNvSpPr>
            <a:spLocks noGrp="1"/>
          </p:cNvSpPr>
          <p:nvPr/>
        </p:nvSpPr>
        <p:spPr>
          <a:xfrm>
            <a:off x="4524375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9" name="full-33"/>
          <p:cNvSpPr>
            <a:spLocks noGrp="1"/>
          </p:cNvSpPr>
          <p:nvPr/>
        </p:nvSpPr>
        <p:spPr>
          <a:xfrm>
            <a:off x="5000625" y="2590800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40" name="full-34"/>
          <p:cNvSpPr>
            <a:spLocks noGrp="1"/>
          </p:cNvSpPr>
          <p:nvPr/>
        </p:nvSpPr>
        <p:spPr>
          <a:xfrm>
            <a:off x="4305300" y="2790825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41" name="full-35"/>
          <p:cNvSpPr>
            <a:spLocks noGrp="1"/>
          </p:cNvSpPr>
          <p:nvPr/>
        </p:nvSpPr>
        <p:spPr>
          <a:xfrm>
            <a:off x="4381500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2" name="full-36"/>
          <p:cNvSpPr>
            <a:spLocks noGrp="1"/>
          </p:cNvSpPr>
          <p:nvPr/>
        </p:nvSpPr>
        <p:spPr>
          <a:xfrm>
            <a:off x="4429125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3" name="full-37"/>
          <p:cNvSpPr>
            <a:spLocks noGrp="1"/>
          </p:cNvSpPr>
          <p:nvPr/>
        </p:nvSpPr>
        <p:spPr>
          <a:xfrm>
            <a:off x="4476750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4" name="full-38"/>
          <p:cNvSpPr>
            <a:spLocks noGrp="1"/>
          </p:cNvSpPr>
          <p:nvPr/>
        </p:nvSpPr>
        <p:spPr>
          <a:xfrm>
            <a:off x="4524375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5" name="full-39"/>
          <p:cNvSpPr>
            <a:spLocks noGrp="1"/>
          </p:cNvSpPr>
          <p:nvPr/>
        </p:nvSpPr>
        <p:spPr>
          <a:xfrm>
            <a:off x="5000625" y="2867025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46" name="full-40"/>
          <p:cNvSpPr>
            <a:spLocks noGrp="1"/>
          </p:cNvSpPr>
          <p:nvPr/>
        </p:nvSpPr>
        <p:spPr>
          <a:xfrm>
            <a:off x="2514600" y="2066925"/>
            <a:ext cx="1095375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/>
            </a:defPPr>
            <a:lvl1pPr algn="ctr">
              <a:defRPr sz="1575"/>
            </a:lvl1pPr>
            <a:lvl2pPr algn="ctr">
              <a:defRPr sz="1575"/>
            </a:lvl2pPr>
            <a:lvl3pPr algn="ctr">
              <a:defRPr sz="1575"/>
            </a:lvl3pPr>
            <a:lvl4pPr algn="ctr">
              <a:defRPr sz="1575"/>
            </a:lvl4pPr>
            <a:lvl5pPr algn="ctr">
              <a:defRPr sz="1575"/>
            </a:lvl5pPr>
            <a:lvl6pPr algn="ctr">
              <a:defRPr sz="1575"/>
            </a:lvl6pPr>
            <a:lvl7pPr algn="ctr">
              <a:defRPr sz="1575"/>
            </a:lvl7pPr>
            <a:lvl8pPr algn="ctr">
              <a:defRPr sz="1575"/>
            </a:lvl8pPr>
            <a:lvl9pPr algn="ctr">
              <a:defRPr sz="1575"/>
            </a:lvl9pPr>
          </a:lstStyle>
          <a:p>
            <a:pPr algn="ctr">
              <a:defRPr sz="1575"/>
            </a:pPr>
            <a:r>
              <a:rPr sz="1575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加密双向流</a:t>
            </a:r>
            <a:endParaRPr sz="1575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47" name="full-41"/>
          <p:cNvSpPr>
            <a:spLocks noGrp="1"/>
          </p:cNvSpPr>
          <p:nvPr/>
        </p:nvSpPr>
        <p:spPr>
          <a:xfrm>
            <a:off x="2638425" y="2524125"/>
            <a:ext cx="800100" cy="0"/>
          </a:xfrm>
          <a:prstGeom prst="line">
            <a:avLst/>
          </a:prstGeom>
          <a:noFill/>
          <a:ln w="21908">
            <a:solidFill>
              <a:srgbClr val="2474BD"/>
            </a:solidFill>
            <a:prstDash val="solid"/>
          </a:ln>
        </p:spPr>
      </p:sp>
      <p:sp>
        <p:nvSpPr>
          <p:cNvPr id="48" name="full-42"/>
          <p:cNvSpPr>
            <a:spLocks noGrp="1"/>
          </p:cNvSpPr>
          <p:nvPr/>
        </p:nvSpPr>
        <p:spPr>
          <a:xfrm rot="5400000">
            <a:off x="3429000" y="2466975"/>
            <a:ext cx="114300" cy="114300"/>
          </a:xfrm>
          <a:prstGeom prst="triangle">
            <a:avLst/>
          </a:prstGeom>
          <a:solidFill>
            <a:srgbClr val="2474BD"/>
          </a:solidFill>
          <a:ln w="9525">
            <a:noFill/>
            <a:prstDash val="solid"/>
          </a:ln>
        </p:spPr>
      </p:sp>
      <p:sp>
        <p:nvSpPr>
          <p:cNvPr id="49" name="full-43"/>
          <p:cNvSpPr>
            <a:spLocks noGrp="1"/>
          </p:cNvSpPr>
          <p:nvPr/>
        </p:nvSpPr>
        <p:spPr>
          <a:xfrm>
            <a:off x="2686050" y="2895600"/>
            <a:ext cx="800100" cy="0"/>
          </a:xfrm>
          <a:prstGeom prst="line">
            <a:avLst/>
          </a:prstGeom>
          <a:noFill/>
          <a:ln w="21908">
            <a:solidFill>
              <a:srgbClr val="C95148"/>
            </a:solidFill>
            <a:prstDash val="solid"/>
          </a:ln>
        </p:spPr>
      </p:sp>
      <p:sp>
        <p:nvSpPr>
          <p:cNvPr id="50" name="full-44"/>
          <p:cNvSpPr>
            <a:spLocks noGrp="1"/>
          </p:cNvSpPr>
          <p:nvPr/>
        </p:nvSpPr>
        <p:spPr>
          <a:xfrm rot="16200000">
            <a:off x="2581275" y="2838450"/>
            <a:ext cx="114300" cy="114300"/>
          </a:xfrm>
          <a:prstGeom prst="triangle">
            <a:avLst/>
          </a:prstGeom>
          <a:solidFill>
            <a:srgbClr val="C95148"/>
          </a:solidFill>
          <a:ln w="9525">
            <a:noFill/>
            <a:prstDash val="solid"/>
          </a:ln>
        </p:spPr>
      </p:sp>
      <p:sp>
        <p:nvSpPr>
          <p:cNvPr id="51" name="full-45"/>
          <p:cNvSpPr>
            <a:spLocks noGrp="1"/>
          </p:cNvSpPr>
          <p:nvPr/>
        </p:nvSpPr>
        <p:spPr>
          <a:xfrm>
            <a:off x="323850" y="3619500"/>
            <a:ext cx="5486400" cy="0"/>
          </a:xfrm>
          <a:prstGeom prst="line">
            <a:avLst/>
          </a:prstGeom>
          <a:noFill/>
          <a:ln w="9525">
            <a:solidFill>
              <a:srgbClr val="CCDDED"/>
            </a:solidFill>
            <a:prstDash val="solid"/>
          </a:ln>
        </p:spPr>
      </p:sp>
      <p:sp>
        <p:nvSpPr>
          <p:cNvPr id="52" name="full-46"/>
          <p:cNvSpPr>
            <a:spLocks noGrp="1"/>
          </p:cNvSpPr>
          <p:nvPr/>
        </p:nvSpPr>
        <p:spPr>
          <a:xfrm>
            <a:off x="-808823" y="3714749"/>
            <a:ext cx="55626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(2) </a:t>
            </a:r>
            <a:r>
              <a:rPr sz="1950" b="1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按方向划分burst</a:t>
            </a:r>
            <a:endParaRPr sz="1950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3" name="full-47"/>
          <p:cNvSpPr>
            <a:spLocks noGrp="1"/>
          </p:cNvSpPr>
          <p:nvPr/>
        </p:nvSpPr>
        <p:spPr>
          <a:xfrm>
            <a:off x="314325" y="4248150"/>
            <a:ext cx="2095500" cy="1590675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F1F9FE"/>
              </a:gs>
              <a:gs pos="100000">
                <a:srgbClr val="EEF7FE"/>
              </a:gs>
            </a:gsLst>
            <a:lin ang="5400000" scaled="0"/>
          </a:gradFill>
          <a:ln w="8573">
            <a:solidFill>
              <a:srgbClr val="2474BD"/>
            </a:solidFill>
            <a:prstDash val="dash"/>
          </a:ln>
        </p:spPr>
      </p:sp>
      <p:sp>
        <p:nvSpPr>
          <p:cNvPr id="54" name="full-48"/>
          <p:cNvSpPr>
            <a:spLocks noGrp="1"/>
          </p:cNvSpPr>
          <p:nvPr/>
        </p:nvSpPr>
        <p:spPr>
          <a:xfrm>
            <a:off x="342900" y="4391025"/>
            <a:ext cx="20383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B₁（</a:t>
            </a:r>
            <a:r>
              <a:rPr sz="1725" b="1" dirty="0" err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正向</a:t>
            </a:r>
            <a:r>
              <a:rPr sz="1725" b="1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）</a:t>
            </a:r>
            <a:endParaRPr sz="1725" b="1" dirty="0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5" name="full-49"/>
          <p:cNvSpPr>
            <a:spLocks noGrp="1"/>
          </p:cNvSpPr>
          <p:nvPr/>
        </p:nvSpPr>
        <p:spPr>
          <a:xfrm>
            <a:off x="342900" y="4733925"/>
            <a:ext cx="20383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3个报文</a:t>
            </a:r>
            <a:endParaRPr sz="1725" b="0" dirty="0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6" name="full-50"/>
          <p:cNvSpPr>
            <a:spLocks noGrp="1"/>
          </p:cNvSpPr>
          <p:nvPr/>
        </p:nvSpPr>
        <p:spPr>
          <a:xfrm>
            <a:off x="2524125" y="4248150"/>
            <a:ext cx="1619250" cy="1590675"/>
          </a:xfrm>
          <a:prstGeom prst="roundRect">
            <a:avLst>
              <a:gd name="adj" fmla="val 7059"/>
            </a:avLst>
          </a:prstGeom>
          <a:gradFill rotWithShape="1">
            <a:gsLst>
              <a:gs pos="0">
                <a:srgbClr val="FFF3F1"/>
              </a:gs>
              <a:gs pos="100000">
                <a:srgbClr val="FFF0ED"/>
              </a:gs>
            </a:gsLst>
            <a:lin ang="5400000" scaled="0"/>
          </a:gradFill>
          <a:ln w="8573">
            <a:solidFill>
              <a:srgbClr val="C95148"/>
            </a:solidFill>
            <a:prstDash val="dash"/>
          </a:ln>
        </p:spPr>
      </p:sp>
      <p:sp>
        <p:nvSpPr>
          <p:cNvPr id="57" name="full-51"/>
          <p:cNvSpPr>
            <a:spLocks noGrp="1"/>
          </p:cNvSpPr>
          <p:nvPr/>
        </p:nvSpPr>
        <p:spPr>
          <a:xfrm>
            <a:off x="2552700" y="4391025"/>
            <a:ext cx="15621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>
                <a:solidFill>
                  <a:srgbClr val="C95148"/>
                </a:solidFill>
                <a:latin typeface="宋体"/>
                <a:ea typeface="宋体"/>
                <a:cs typeface="宋体"/>
              </a:rPr>
              <a:t>B₂（</a:t>
            </a:r>
            <a:r>
              <a:rPr sz="1725" b="1" dirty="0" err="1">
                <a:solidFill>
                  <a:srgbClr val="C95148"/>
                </a:solidFill>
                <a:latin typeface="宋体"/>
                <a:ea typeface="宋体"/>
                <a:cs typeface="宋体"/>
              </a:rPr>
              <a:t>反向</a:t>
            </a:r>
            <a:r>
              <a:rPr sz="1725" b="1" dirty="0">
                <a:solidFill>
                  <a:srgbClr val="C95148"/>
                </a:solidFill>
                <a:latin typeface="宋体"/>
                <a:ea typeface="宋体"/>
                <a:cs typeface="宋体"/>
              </a:rPr>
              <a:t>）</a:t>
            </a:r>
            <a:endParaRPr sz="1725" b="1" dirty="0">
              <a:solidFill>
                <a:srgbClr val="C95148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8" name="full-52"/>
          <p:cNvSpPr>
            <a:spLocks noGrp="1"/>
          </p:cNvSpPr>
          <p:nvPr/>
        </p:nvSpPr>
        <p:spPr>
          <a:xfrm>
            <a:off x="2552700" y="4733925"/>
            <a:ext cx="1562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C95148"/>
                </a:solidFill>
                <a:latin typeface="宋体"/>
                <a:ea typeface="宋体"/>
                <a:cs typeface="宋体"/>
              </a:rPr>
              <a:t>2个报文</a:t>
            </a:r>
            <a:endParaRPr sz="1725" b="0" dirty="0">
              <a:solidFill>
                <a:srgbClr val="C95148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9" name="full-53"/>
          <p:cNvSpPr>
            <a:spLocks noGrp="1"/>
          </p:cNvSpPr>
          <p:nvPr/>
        </p:nvSpPr>
        <p:spPr>
          <a:xfrm>
            <a:off x="4257675" y="4248150"/>
            <a:ext cx="1619250" cy="1590674"/>
          </a:xfrm>
          <a:prstGeom prst="roundRect">
            <a:avLst>
              <a:gd name="adj" fmla="val 7059"/>
            </a:avLst>
          </a:prstGeom>
          <a:gradFill rotWithShape="1">
            <a:gsLst>
              <a:gs pos="0">
                <a:srgbClr val="F1F9FE"/>
              </a:gs>
              <a:gs pos="100000">
                <a:srgbClr val="EEF7FE"/>
              </a:gs>
            </a:gsLst>
            <a:lin ang="5400000" scaled="0"/>
          </a:gradFill>
          <a:ln w="8573">
            <a:solidFill>
              <a:srgbClr val="2474BD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" name="full-54"/>
          <p:cNvSpPr>
            <a:spLocks noGrp="1"/>
          </p:cNvSpPr>
          <p:nvPr/>
        </p:nvSpPr>
        <p:spPr>
          <a:xfrm>
            <a:off x="4286250" y="4391025"/>
            <a:ext cx="15621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B₃（正向）</a:t>
            </a:r>
            <a:endParaRPr sz="1725" b="1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1" name="full-55"/>
          <p:cNvSpPr>
            <a:spLocks noGrp="1"/>
          </p:cNvSpPr>
          <p:nvPr/>
        </p:nvSpPr>
        <p:spPr>
          <a:xfrm>
            <a:off x="4286250" y="4733925"/>
            <a:ext cx="1562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2个报文</a:t>
            </a:r>
            <a:endParaRPr sz="1725" b="0" dirty="0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2" name="full-56"/>
          <p:cNvSpPr>
            <a:spLocks noGrp="1"/>
          </p:cNvSpPr>
          <p:nvPr/>
        </p:nvSpPr>
        <p:spPr>
          <a:xfrm>
            <a:off x="856750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63" name="full-57"/>
          <p:cNvSpPr>
            <a:spLocks noGrp="1"/>
          </p:cNvSpPr>
          <p:nvPr/>
        </p:nvSpPr>
        <p:spPr>
          <a:xfrm rot="5400000">
            <a:off x="99922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65" name="full-58"/>
          <p:cNvSpPr>
            <a:spLocks noGrp="1"/>
          </p:cNvSpPr>
          <p:nvPr/>
        </p:nvSpPr>
        <p:spPr>
          <a:xfrm>
            <a:off x="428625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p₁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full-59"/>
          <p:cNvSpPr>
            <a:spLocks noGrp="1"/>
          </p:cNvSpPr>
          <p:nvPr/>
        </p:nvSpPr>
        <p:spPr>
          <a:xfrm>
            <a:off x="1599999" y="5248275"/>
            <a:ext cx="23812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67" name="full-60"/>
          <p:cNvSpPr>
            <a:spLocks noGrp="1"/>
          </p:cNvSpPr>
          <p:nvPr/>
        </p:nvSpPr>
        <p:spPr>
          <a:xfrm rot="5400000">
            <a:off x="1771350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69" name="full-61"/>
          <p:cNvSpPr>
            <a:spLocks noGrp="1"/>
          </p:cNvSpPr>
          <p:nvPr/>
        </p:nvSpPr>
        <p:spPr>
          <a:xfrm>
            <a:off x="1143000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p₂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0" name="full-62"/>
          <p:cNvSpPr>
            <a:spLocks noGrp="1"/>
          </p:cNvSpPr>
          <p:nvPr/>
        </p:nvSpPr>
        <p:spPr>
          <a:xfrm>
            <a:off x="2333625" y="5248275"/>
            <a:ext cx="33337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71" name="full-63"/>
          <p:cNvSpPr>
            <a:spLocks noGrp="1"/>
          </p:cNvSpPr>
          <p:nvPr/>
        </p:nvSpPr>
        <p:spPr>
          <a:xfrm rot="5400000">
            <a:off x="2628600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73" name="full-64"/>
          <p:cNvSpPr>
            <a:spLocks noGrp="1"/>
          </p:cNvSpPr>
          <p:nvPr/>
        </p:nvSpPr>
        <p:spPr>
          <a:xfrm>
            <a:off x="1857375" y="536257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p₃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7" name="full-67"/>
          <p:cNvSpPr>
            <a:spLocks noGrp="1"/>
          </p:cNvSpPr>
          <p:nvPr/>
        </p:nvSpPr>
        <p:spPr>
          <a:xfrm>
            <a:off x="2742900" y="536257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p₄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full-68"/>
          <p:cNvSpPr>
            <a:spLocks noGrp="1"/>
          </p:cNvSpPr>
          <p:nvPr/>
        </p:nvSpPr>
        <p:spPr>
          <a:xfrm>
            <a:off x="3905250" y="5248275"/>
            <a:ext cx="3810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79" name="full-69"/>
          <p:cNvSpPr>
            <a:spLocks noGrp="1"/>
          </p:cNvSpPr>
          <p:nvPr/>
        </p:nvSpPr>
        <p:spPr>
          <a:xfrm rot="5400000">
            <a:off x="427672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81" name="full-70"/>
          <p:cNvSpPr>
            <a:spLocks noGrp="1"/>
          </p:cNvSpPr>
          <p:nvPr/>
        </p:nvSpPr>
        <p:spPr>
          <a:xfrm>
            <a:off x="3533976" y="538162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p₅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full-71"/>
          <p:cNvSpPr>
            <a:spLocks noGrp="1"/>
          </p:cNvSpPr>
          <p:nvPr/>
        </p:nvSpPr>
        <p:spPr>
          <a:xfrm>
            <a:off x="4916000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83" name="full-72"/>
          <p:cNvSpPr>
            <a:spLocks noGrp="1"/>
          </p:cNvSpPr>
          <p:nvPr/>
        </p:nvSpPr>
        <p:spPr>
          <a:xfrm rot="5400000">
            <a:off x="509697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85" name="full-73"/>
          <p:cNvSpPr>
            <a:spLocks noGrp="1"/>
          </p:cNvSpPr>
          <p:nvPr/>
        </p:nvSpPr>
        <p:spPr>
          <a:xfrm>
            <a:off x="4458201" y="5362573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p₆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full-74"/>
          <p:cNvSpPr>
            <a:spLocks noGrp="1"/>
          </p:cNvSpPr>
          <p:nvPr/>
        </p:nvSpPr>
        <p:spPr>
          <a:xfrm>
            <a:off x="5219700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p₇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8" name="full-75"/>
          <p:cNvSpPr>
            <a:spLocks noGrp="1"/>
          </p:cNvSpPr>
          <p:nvPr/>
        </p:nvSpPr>
        <p:spPr>
          <a:xfrm>
            <a:off x="429427" y="6142021"/>
            <a:ext cx="4933950" cy="0"/>
          </a:xfrm>
          <a:prstGeom prst="line">
            <a:avLst/>
          </a:prstGeom>
          <a:noFill/>
          <a:ln w="15240">
            <a:solidFill>
              <a:srgbClr val="29486E"/>
            </a:solidFill>
            <a:prstDash val="solid"/>
          </a:ln>
        </p:spPr>
      </p:sp>
      <p:sp>
        <p:nvSpPr>
          <p:cNvPr id="89" name="full-76"/>
          <p:cNvSpPr>
            <a:spLocks noGrp="1"/>
          </p:cNvSpPr>
          <p:nvPr/>
        </p:nvSpPr>
        <p:spPr>
          <a:xfrm rot="5400000">
            <a:off x="5334601" y="6081611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90" name="full-77"/>
          <p:cNvSpPr>
            <a:spLocks noGrp="1"/>
          </p:cNvSpPr>
          <p:nvPr/>
        </p:nvSpPr>
        <p:spPr>
          <a:xfrm>
            <a:off x="5038725" y="6362700"/>
            <a:ext cx="800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时间</a:t>
            </a:r>
            <a:r>
              <a:rPr sz="16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 t</a:t>
            </a:r>
            <a:endParaRPr sz="1650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1" name="full-78"/>
          <p:cNvSpPr>
            <a:spLocks noGrp="1"/>
          </p:cNvSpPr>
          <p:nvPr/>
        </p:nvSpPr>
        <p:spPr>
          <a:xfrm>
            <a:off x="323850" y="6753225"/>
            <a:ext cx="5486400" cy="0"/>
          </a:xfrm>
          <a:prstGeom prst="line">
            <a:avLst/>
          </a:prstGeom>
          <a:noFill/>
          <a:ln w="9525">
            <a:solidFill>
              <a:srgbClr val="D4E0EC"/>
            </a:solidFill>
            <a:prstDash val="solid"/>
          </a:ln>
        </p:spPr>
      </p:sp>
      <p:sp>
        <p:nvSpPr>
          <p:cNvPr id="92" name="full-79"/>
          <p:cNvSpPr>
            <a:spLocks noGrp="1"/>
          </p:cNvSpPr>
          <p:nvPr/>
        </p:nvSpPr>
        <p:spPr>
          <a:xfrm>
            <a:off x="-128588" y="6838950"/>
            <a:ext cx="5591175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(3) 每个报文的节点特征（7维）</a:t>
            </a:r>
            <a:endParaRPr sz="1950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3" name="full-80"/>
          <p:cNvSpPr>
            <a:spLocks noGrp="1"/>
          </p:cNvSpPr>
          <p:nvPr/>
        </p:nvSpPr>
        <p:spPr>
          <a:xfrm>
            <a:off x="3238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FF3F0"/>
              </a:gs>
              <a:gs pos="100000">
                <a:srgbClr val="FFF0EC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4" name="full-81"/>
          <p:cNvSpPr>
            <a:spLocks noGrp="1"/>
          </p:cNvSpPr>
          <p:nvPr/>
        </p:nvSpPr>
        <p:spPr>
          <a:xfrm>
            <a:off x="3333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方向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5" name="full-82"/>
          <p:cNvSpPr>
            <a:spLocks noGrp="1"/>
          </p:cNvSpPr>
          <p:nvPr/>
        </p:nvSpPr>
        <p:spPr>
          <a:xfrm>
            <a:off x="11049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9FF"/>
              </a:gs>
              <a:gs pos="100000">
                <a:srgbClr val="EFF7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6" name="full-83"/>
          <p:cNvSpPr>
            <a:spLocks noGrp="1"/>
          </p:cNvSpPr>
          <p:nvPr/>
        </p:nvSpPr>
        <p:spPr>
          <a:xfrm>
            <a:off x="11144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报文</a:t>
            </a:r>
            <a:b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长度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7" name="full-84"/>
          <p:cNvSpPr>
            <a:spLocks noGrp="1"/>
          </p:cNvSpPr>
          <p:nvPr/>
        </p:nvSpPr>
        <p:spPr>
          <a:xfrm>
            <a:off x="18859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0F9F9"/>
              </a:gs>
              <a:gs pos="100000">
                <a:srgbClr val="ECF8F8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8" name="full-85"/>
          <p:cNvSpPr>
            <a:spLocks noGrp="1"/>
          </p:cNvSpPr>
          <p:nvPr/>
        </p:nvSpPr>
        <p:spPr>
          <a:xfrm>
            <a:off x="18954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相对</a:t>
            </a:r>
            <a:b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时间差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9" name="full-86"/>
          <p:cNvSpPr>
            <a:spLocks noGrp="1"/>
          </p:cNvSpPr>
          <p:nvPr/>
        </p:nvSpPr>
        <p:spPr>
          <a:xfrm>
            <a:off x="26670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7FF"/>
              </a:gs>
              <a:gs pos="100000">
                <a:srgbClr val="EFF5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0" name="full-87"/>
          <p:cNvSpPr>
            <a:spLocks noGrp="1"/>
          </p:cNvSpPr>
          <p:nvPr/>
        </p:nvSpPr>
        <p:spPr>
          <a:xfrm>
            <a:off x="26765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burst</a:t>
            </a:r>
            <a:br>
              <a:rPr sz="13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350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报文数</a:t>
            </a:r>
            <a:endParaRPr sz="1350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1" name="full-88"/>
          <p:cNvSpPr>
            <a:spLocks noGrp="1"/>
          </p:cNvSpPr>
          <p:nvPr/>
        </p:nvSpPr>
        <p:spPr>
          <a:xfrm>
            <a:off x="34480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4F5FF"/>
              </a:gs>
              <a:gs pos="100000">
                <a:srgbClr val="F1F2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2" name="full-89"/>
          <p:cNvSpPr>
            <a:spLocks noGrp="1"/>
          </p:cNvSpPr>
          <p:nvPr/>
        </p:nvSpPr>
        <p:spPr>
          <a:xfrm>
            <a:off x="34575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burst</a:t>
            </a:r>
            <a:br>
              <a:rPr sz="13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350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总字节数</a:t>
            </a:r>
            <a:endParaRPr sz="1350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3" name="full-90"/>
          <p:cNvSpPr>
            <a:spLocks noGrp="1"/>
          </p:cNvSpPr>
          <p:nvPr/>
        </p:nvSpPr>
        <p:spPr>
          <a:xfrm>
            <a:off x="42291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9FD"/>
              </a:gs>
              <a:gs pos="100000">
                <a:srgbClr val="EFF8FC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4" name="full-91"/>
          <p:cNvSpPr>
            <a:spLocks noGrp="1"/>
          </p:cNvSpPr>
          <p:nvPr/>
        </p:nvSpPr>
        <p:spPr>
          <a:xfrm>
            <a:off x="42386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报文数比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5" name="full-92"/>
          <p:cNvSpPr>
            <a:spLocks noGrp="1"/>
          </p:cNvSpPr>
          <p:nvPr/>
        </p:nvSpPr>
        <p:spPr>
          <a:xfrm>
            <a:off x="50101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1F9F4"/>
              </a:gs>
              <a:gs pos="100000">
                <a:srgbClr val="EEF7F1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6" name="full-93"/>
          <p:cNvSpPr>
            <a:spLocks noGrp="1"/>
          </p:cNvSpPr>
          <p:nvPr/>
        </p:nvSpPr>
        <p:spPr>
          <a:xfrm>
            <a:off x="50196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字节数比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5" name="full-122"/>
          <p:cNvSpPr>
            <a:spLocks noGrp="1"/>
          </p:cNvSpPr>
          <p:nvPr/>
        </p:nvSpPr>
        <p:spPr>
          <a:xfrm>
            <a:off x="323850" y="8848725"/>
            <a:ext cx="5457825" cy="542925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F3F8FC"/>
              </a:gs>
              <a:gs pos="100000">
                <a:srgbClr val="F0F6FB"/>
              </a:gs>
            </a:gsLst>
            <a:lin ang="5400000" scaled="0"/>
          </a:gradFill>
          <a:ln w="8573">
            <a:solidFill>
              <a:srgbClr val="C3D8EB"/>
            </a:solidFill>
            <a:prstDash val="solid"/>
          </a:ln>
        </p:spPr>
      </p:sp>
      <p:sp>
        <p:nvSpPr>
          <p:cNvPr id="136" name="full-123"/>
          <p:cNvSpPr>
            <a:spLocks noGrp="1"/>
          </p:cNvSpPr>
          <p:nvPr/>
        </p:nvSpPr>
        <p:spPr>
          <a:xfrm>
            <a:off x="428625" y="8915400"/>
            <a:ext cx="5238750" cy="438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连续同方向报文构成一个</a:t>
            </a:r>
            <a:r>
              <a:rPr sz="1725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 burst；</a:t>
            </a:r>
            <a:br>
              <a:rPr sz="1725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725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构图取前</a:t>
            </a:r>
            <a:r>
              <a:rPr sz="1725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 min(30, nₓ) </a:t>
            </a:r>
            <a:r>
              <a:rPr sz="1725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个报文</a:t>
            </a:r>
            <a:r>
              <a:rPr sz="1725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。</a:t>
            </a:r>
            <a:endParaRPr sz="1725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7" name="full-124"/>
          <p:cNvSpPr>
            <a:spLocks noGrp="1"/>
          </p:cNvSpPr>
          <p:nvPr/>
        </p:nvSpPr>
        <p:spPr>
          <a:xfrm rot="633502">
            <a:off x="6229786" y="1378636"/>
            <a:ext cx="1709847" cy="2969776"/>
          </a:xfrm>
          <a:prstGeom prst="ellipse">
            <a:avLst/>
          </a:prstGeom>
          <a:solidFill>
            <a:srgbClr val="EFF7FE"/>
          </a:solidFill>
          <a:ln w="8573">
            <a:solidFill>
              <a:srgbClr val="8CBCE8"/>
            </a:solidFill>
            <a:prstDash val="dash"/>
          </a:ln>
        </p:spPr>
      </p:sp>
      <p:sp>
        <p:nvSpPr>
          <p:cNvPr id="138" name="full-125"/>
          <p:cNvSpPr>
            <a:spLocks noGrp="1"/>
          </p:cNvSpPr>
          <p:nvPr/>
        </p:nvSpPr>
        <p:spPr>
          <a:xfrm rot="10238412">
            <a:off x="7863988" y="1525008"/>
            <a:ext cx="1891755" cy="3136092"/>
          </a:xfrm>
          <a:prstGeom prst="ellipse">
            <a:avLst/>
          </a:prstGeom>
          <a:solidFill>
            <a:srgbClr val="FFF0ED"/>
          </a:solidFill>
          <a:ln w="8573">
            <a:solidFill>
              <a:srgbClr val="EDAAA2"/>
            </a:solidFill>
            <a:prstDash val="dash"/>
          </a:ln>
        </p:spPr>
      </p:sp>
      <p:sp>
        <p:nvSpPr>
          <p:cNvPr id="139" name="full-126"/>
          <p:cNvSpPr>
            <a:spLocks noGrp="1"/>
          </p:cNvSpPr>
          <p:nvPr/>
        </p:nvSpPr>
        <p:spPr>
          <a:xfrm rot="19480570">
            <a:off x="9387422" y="1028168"/>
            <a:ext cx="1498268" cy="2310843"/>
          </a:xfrm>
          <a:prstGeom prst="ellipse">
            <a:avLst/>
          </a:prstGeom>
          <a:solidFill>
            <a:srgbClr val="EFF7FE"/>
          </a:solidFill>
          <a:ln w="8573">
            <a:solidFill>
              <a:srgbClr val="8CBCE8"/>
            </a:solidFill>
            <a:prstDash val="dash"/>
          </a:ln>
        </p:spPr>
      </p:sp>
      <p:sp>
        <p:nvSpPr>
          <p:cNvPr id="140" name="full-127"/>
          <p:cNvSpPr>
            <a:spLocks noGrp="1"/>
          </p:cNvSpPr>
          <p:nvPr/>
        </p:nvSpPr>
        <p:spPr>
          <a:xfrm>
            <a:off x="6334125" y="1139825"/>
            <a:ext cx="16573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B₁（正向）</a:t>
            </a:r>
            <a:endParaRPr sz="1650" b="1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1" name="full-128"/>
          <p:cNvSpPr>
            <a:spLocks noGrp="1"/>
          </p:cNvSpPr>
          <p:nvPr/>
        </p:nvSpPr>
        <p:spPr>
          <a:xfrm>
            <a:off x="9401175" y="1120775"/>
            <a:ext cx="16573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B₃（正向）</a:t>
            </a:r>
            <a:endParaRPr sz="1650" b="1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2" name="full-129"/>
          <p:cNvSpPr>
            <a:spLocks noGrp="1"/>
          </p:cNvSpPr>
          <p:nvPr/>
        </p:nvSpPr>
        <p:spPr>
          <a:xfrm>
            <a:off x="7820025" y="4940300"/>
            <a:ext cx="17907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C95148"/>
                </a:solidFill>
                <a:latin typeface="宋体"/>
                <a:ea typeface="宋体"/>
                <a:cs typeface="宋体"/>
              </a:rPr>
              <a:t>B₂（反向）</a:t>
            </a:r>
            <a:endParaRPr sz="1650" b="1">
              <a:solidFill>
                <a:srgbClr val="C95148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3" name="node-1-129"/>
          <p:cNvSpPr>
            <a:spLocks noGrp="1"/>
          </p:cNvSpPr>
          <p:nvPr/>
        </p:nvSpPr>
        <p:spPr>
          <a:xfrm>
            <a:off x="6705600" y="1549400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p₁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4" name="node-2-129"/>
          <p:cNvSpPr>
            <a:spLocks noGrp="1"/>
          </p:cNvSpPr>
          <p:nvPr/>
        </p:nvSpPr>
        <p:spPr>
          <a:xfrm>
            <a:off x="6419850" y="24542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₂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5" name="node-3-129"/>
          <p:cNvSpPr>
            <a:spLocks noGrp="1"/>
          </p:cNvSpPr>
          <p:nvPr/>
        </p:nvSpPr>
        <p:spPr>
          <a:xfrm>
            <a:off x="6991350" y="32162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p₃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6" name="node-4-129"/>
          <p:cNvSpPr>
            <a:spLocks noGrp="1"/>
          </p:cNvSpPr>
          <p:nvPr/>
        </p:nvSpPr>
        <p:spPr>
          <a:xfrm>
            <a:off x="8039100" y="1835150"/>
            <a:ext cx="495300" cy="49530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p₄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7" name="node-5-129"/>
          <p:cNvSpPr>
            <a:spLocks noGrp="1"/>
          </p:cNvSpPr>
          <p:nvPr/>
        </p:nvSpPr>
        <p:spPr>
          <a:xfrm>
            <a:off x="8705850" y="3930650"/>
            <a:ext cx="495300" cy="49530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p₅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8" name="node-6-129"/>
          <p:cNvSpPr>
            <a:spLocks noGrp="1"/>
          </p:cNvSpPr>
          <p:nvPr/>
        </p:nvSpPr>
        <p:spPr>
          <a:xfrm>
            <a:off x="9658350" y="1549400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p₆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9" name="node-7-129"/>
          <p:cNvSpPr>
            <a:spLocks noGrp="1"/>
          </p:cNvSpPr>
          <p:nvPr/>
        </p:nvSpPr>
        <p:spPr>
          <a:xfrm>
            <a:off x="10325100" y="26447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p₇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0" name="full-130"/>
          <p:cNvSpPr>
            <a:spLocks noGrp="1"/>
          </p:cNvSpPr>
          <p:nvPr/>
        </p:nvSpPr>
        <p:spPr>
          <a:xfrm flipH="1">
            <a:off x="6742075" y="2033205"/>
            <a:ext cx="136600" cy="432566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1" name="full-131"/>
          <p:cNvSpPr>
            <a:spLocks noGrp="1"/>
          </p:cNvSpPr>
          <p:nvPr/>
        </p:nvSpPr>
        <p:spPr>
          <a:xfrm>
            <a:off x="6816090" y="2900045"/>
            <a:ext cx="274320" cy="365760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2" name="full-132"/>
          <p:cNvSpPr>
            <a:spLocks noGrp="1"/>
          </p:cNvSpPr>
          <p:nvPr/>
        </p:nvSpPr>
        <p:spPr>
          <a:xfrm>
            <a:off x="8361838" y="2318792"/>
            <a:ext cx="516573" cy="1623516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3" name="full-133"/>
          <p:cNvSpPr>
            <a:spLocks noGrp="1"/>
          </p:cNvSpPr>
          <p:nvPr/>
        </p:nvSpPr>
        <p:spPr>
          <a:xfrm>
            <a:off x="10034765" y="2008592"/>
            <a:ext cx="409220" cy="672290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4" name="full-134"/>
          <p:cNvSpPr>
            <a:spLocks noGrp="1"/>
          </p:cNvSpPr>
          <p:nvPr/>
        </p:nvSpPr>
        <p:spPr>
          <a:xfrm>
            <a:off x="7195403" y="1848940"/>
            <a:ext cx="849194" cy="181970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5" name="full-135"/>
          <p:cNvSpPr>
            <a:spLocks noGrp="1"/>
          </p:cNvSpPr>
          <p:nvPr/>
        </p:nvSpPr>
        <p:spPr>
          <a:xfrm>
            <a:off x="7467600" y="3559175"/>
            <a:ext cx="1257300" cy="523875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6" name="full-136"/>
          <p:cNvSpPr>
            <a:spLocks noGrp="1"/>
          </p:cNvSpPr>
          <p:nvPr/>
        </p:nvSpPr>
        <p:spPr>
          <a:xfrm flipH="1">
            <a:off x="8530632" y="1840088"/>
            <a:ext cx="1131487" cy="199674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7" name="full-137"/>
          <p:cNvSpPr>
            <a:spLocks noGrp="1"/>
          </p:cNvSpPr>
          <p:nvPr/>
        </p:nvSpPr>
        <p:spPr>
          <a:xfrm flipH="1">
            <a:off x="9147437" y="3046434"/>
            <a:ext cx="1231375" cy="977857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8" name="full-138"/>
          <p:cNvSpPr>
            <a:spLocks noGrp="1"/>
          </p:cNvSpPr>
          <p:nvPr/>
        </p:nvSpPr>
        <p:spPr>
          <a:xfrm>
            <a:off x="7143750" y="21209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59" name="full-139"/>
          <p:cNvSpPr>
            <a:spLocks noGrp="1"/>
          </p:cNvSpPr>
          <p:nvPr/>
        </p:nvSpPr>
        <p:spPr>
          <a:xfrm>
            <a:off x="7229475" y="21209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0" name="full-140"/>
          <p:cNvSpPr>
            <a:spLocks noGrp="1"/>
          </p:cNvSpPr>
          <p:nvPr/>
        </p:nvSpPr>
        <p:spPr>
          <a:xfrm>
            <a:off x="7315200" y="21209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1" name="full-141"/>
          <p:cNvSpPr>
            <a:spLocks noGrp="1"/>
          </p:cNvSpPr>
          <p:nvPr/>
        </p:nvSpPr>
        <p:spPr>
          <a:xfrm>
            <a:off x="7400925" y="21209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2" name="full-142"/>
          <p:cNvSpPr>
            <a:spLocks noGrp="1"/>
          </p:cNvSpPr>
          <p:nvPr/>
        </p:nvSpPr>
        <p:spPr>
          <a:xfrm>
            <a:off x="7486650" y="21209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3" name="full-143"/>
          <p:cNvSpPr>
            <a:spLocks noGrp="1"/>
          </p:cNvSpPr>
          <p:nvPr/>
        </p:nvSpPr>
        <p:spPr>
          <a:xfrm>
            <a:off x="7572375" y="21209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4" name="full-144"/>
          <p:cNvSpPr>
            <a:spLocks noGrp="1"/>
          </p:cNvSpPr>
          <p:nvPr/>
        </p:nvSpPr>
        <p:spPr>
          <a:xfrm>
            <a:off x="7658100" y="21209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5" name="full-145"/>
          <p:cNvSpPr>
            <a:spLocks noGrp="1"/>
          </p:cNvSpPr>
          <p:nvPr/>
        </p:nvSpPr>
        <p:spPr>
          <a:xfrm>
            <a:off x="7096125" y="231140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x₁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6" name="full-146"/>
          <p:cNvSpPr>
            <a:spLocks noGrp="1"/>
          </p:cNvSpPr>
          <p:nvPr/>
        </p:nvSpPr>
        <p:spPr>
          <a:xfrm>
            <a:off x="6286500" y="30353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7" name="full-147"/>
          <p:cNvSpPr>
            <a:spLocks noGrp="1"/>
          </p:cNvSpPr>
          <p:nvPr/>
        </p:nvSpPr>
        <p:spPr>
          <a:xfrm>
            <a:off x="6372225" y="30353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8" name="full-148"/>
          <p:cNvSpPr>
            <a:spLocks noGrp="1"/>
          </p:cNvSpPr>
          <p:nvPr/>
        </p:nvSpPr>
        <p:spPr>
          <a:xfrm>
            <a:off x="6457950" y="30353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9" name="full-149"/>
          <p:cNvSpPr>
            <a:spLocks noGrp="1"/>
          </p:cNvSpPr>
          <p:nvPr/>
        </p:nvSpPr>
        <p:spPr>
          <a:xfrm>
            <a:off x="6543675" y="30353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0" name="full-150"/>
          <p:cNvSpPr>
            <a:spLocks noGrp="1"/>
          </p:cNvSpPr>
          <p:nvPr/>
        </p:nvSpPr>
        <p:spPr>
          <a:xfrm>
            <a:off x="6629400" y="30353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1" name="full-151"/>
          <p:cNvSpPr>
            <a:spLocks noGrp="1"/>
          </p:cNvSpPr>
          <p:nvPr/>
        </p:nvSpPr>
        <p:spPr>
          <a:xfrm>
            <a:off x="6715125" y="30353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2" name="full-152"/>
          <p:cNvSpPr>
            <a:spLocks noGrp="1"/>
          </p:cNvSpPr>
          <p:nvPr/>
        </p:nvSpPr>
        <p:spPr>
          <a:xfrm>
            <a:off x="6800850" y="30353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3" name="full-153"/>
          <p:cNvSpPr>
            <a:spLocks noGrp="1"/>
          </p:cNvSpPr>
          <p:nvPr/>
        </p:nvSpPr>
        <p:spPr>
          <a:xfrm>
            <a:off x="6238875" y="322580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x₂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4" name="full-154"/>
          <p:cNvSpPr>
            <a:spLocks noGrp="1"/>
          </p:cNvSpPr>
          <p:nvPr/>
        </p:nvSpPr>
        <p:spPr>
          <a:xfrm>
            <a:off x="6962775" y="37877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5" name="full-155"/>
          <p:cNvSpPr>
            <a:spLocks noGrp="1"/>
          </p:cNvSpPr>
          <p:nvPr/>
        </p:nvSpPr>
        <p:spPr>
          <a:xfrm>
            <a:off x="7048500" y="37877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6" name="full-156"/>
          <p:cNvSpPr>
            <a:spLocks noGrp="1"/>
          </p:cNvSpPr>
          <p:nvPr/>
        </p:nvSpPr>
        <p:spPr>
          <a:xfrm>
            <a:off x="7134225" y="37877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7" name="full-157"/>
          <p:cNvSpPr>
            <a:spLocks noGrp="1"/>
          </p:cNvSpPr>
          <p:nvPr/>
        </p:nvSpPr>
        <p:spPr>
          <a:xfrm>
            <a:off x="7219950" y="37877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8" name="full-158"/>
          <p:cNvSpPr>
            <a:spLocks noGrp="1"/>
          </p:cNvSpPr>
          <p:nvPr/>
        </p:nvSpPr>
        <p:spPr>
          <a:xfrm>
            <a:off x="7305675" y="37877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9" name="full-159"/>
          <p:cNvSpPr>
            <a:spLocks noGrp="1"/>
          </p:cNvSpPr>
          <p:nvPr/>
        </p:nvSpPr>
        <p:spPr>
          <a:xfrm>
            <a:off x="7391400" y="37877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80" name="full-160"/>
          <p:cNvSpPr>
            <a:spLocks noGrp="1"/>
          </p:cNvSpPr>
          <p:nvPr/>
        </p:nvSpPr>
        <p:spPr>
          <a:xfrm>
            <a:off x="7477125" y="37877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81" name="full-161"/>
          <p:cNvSpPr>
            <a:spLocks noGrp="1"/>
          </p:cNvSpPr>
          <p:nvPr/>
        </p:nvSpPr>
        <p:spPr>
          <a:xfrm>
            <a:off x="6915150" y="397827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x₃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2" name="full-162"/>
          <p:cNvSpPr>
            <a:spLocks noGrp="1"/>
          </p:cNvSpPr>
          <p:nvPr/>
        </p:nvSpPr>
        <p:spPr>
          <a:xfrm>
            <a:off x="8705850" y="24066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3" name="full-163"/>
          <p:cNvSpPr>
            <a:spLocks noGrp="1"/>
          </p:cNvSpPr>
          <p:nvPr/>
        </p:nvSpPr>
        <p:spPr>
          <a:xfrm>
            <a:off x="8791575" y="24066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4" name="full-164"/>
          <p:cNvSpPr>
            <a:spLocks noGrp="1"/>
          </p:cNvSpPr>
          <p:nvPr/>
        </p:nvSpPr>
        <p:spPr>
          <a:xfrm>
            <a:off x="8877300" y="24066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5" name="full-165"/>
          <p:cNvSpPr>
            <a:spLocks noGrp="1"/>
          </p:cNvSpPr>
          <p:nvPr/>
        </p:nvSpPr>
        <p:spPr>
          <a:xfrm>
            <a:off x="8963025" y="24066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6" name="full-166"/>
          <p:cNvSpPr>
            <a:spLocks noGrp="1"/>
          </p:cNvSpPr>
          <p:nvPr/>
        </p:nvSpPr>
        <p:spPr>
          <a:xfrm>
            <a:off x="9048750" y="24066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7" name="full-167"/>
          <p:cNvSpPr>
            <a:spLocks noGrp="1"/>
          </p:cNvSpPr>
          <p:nvPr/>
        </p:nvSpPr>
        <p:spPr>
          <a:xfrm>
            <a:off x="9134475" y="24066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8" name="full-168"/>
          <p:cNvSpPr>
            <a:spLocks noGrp="1"/>
          </p:cNvSpPr>
          <p:nvPr/>
        </p:nvSpPr>
        <p:spPr>
          <a:xfrm>
            <a:off x="9220200" y="24066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9" name="full-169"/>
          <p:cNvSpPr>
            <a:spLocks noGrp="1"/>
          </p:cNvSpPr>
          <p:nvPr/>
        </p:nvSpPr>
        <p:spPr>
          <a:xfrm>
            <a:off x="8658225" y="259715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x₄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0" name="full-170"/>
          <p:cNvSpPr>
            <a:spLocks noGrp="1"/>
          </p:cNvSpPr>
          <p:nvPr/>
        </p:nvSpPr>
        <p:spPr>
          <a:xfrm>
            <a:off x="8801100" y="44164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1" name="full-171"/>
          <p:cNvSpPr>
            <a:spLocks noGrp="1"/>
          </p:cNvSpPr>
          <p:nvPr/>
        </p:nvSpPr>
        <p:spPr>
          <a:xfrm>
            <a:off x="8886825" y="44164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2" name="full-172"/>
          <p:cNvSpPr>
            <a:spLocks noGrp="1"/>
          </p:cNvSpPr>
          <p:nvPr/>
        </p:nvSpPr>
        <p:spPr>
          <a:xfrm>
            <a:off x="8972550" y="44164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3" name="full-173"/>
          <p:cNvSpPr>
            <a:spLocks noGrp="1"/>
          </p:cNvSpPr>
          <p:nvPr/>
        </p:nvSpPr>
        <p:spPr>
          <a:xfrm>
            <a:off x="9058275" y="44164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4" name="full-174"/>
          <p:cNvSpPr>
            <a:spLocks noGrp="1"/>
          </p:cNvSpPr>
          <p:nvPr/>
        </p:nvSpPr>
        <p:spPr>
          <a:xfrm>
            <a:off x="9144000" y="44164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5" name="full-175"/>
          <p:cNvSpPr>
            <a:spLocks noGrp="1"/>
          </p:cNvSpPr>
          <p:nvPr/>
        </p:nvSpPr>
        <p:spPr>
          <a:xfrm>
            <a:off x="9229725" y="44164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6" name="full-176"/>
          <p:cNvSpPr>
            <a:spLocks noGrp="1"/>
          </p:cNvSpPr>
          <p:nvPr/>
        </p:nvSpPr>
        <p:spPr>
          <a:xfrm>
            <a:off x="9315450" y="44164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7" name="full-177"/>
          <p:cNvSpPr>
            <a:spLocks noGrp="1"/>
          </p:cNvSpPr>
          <p:nvPr/>
        </p:nvSpPr>
        <p:spPr>
          <a:xfrm>
            <a:off x="8753475" y="460692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x₅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8" name="full-178"/>
          <p:cNvSpPr>
            <a:spLocks noGrp="1"/>
          </p:cNvSpPr>
          <p:nvPr/>
        </p:nvSpPr>
        <p:spPr>
          <a:xfrm>
            <a:off x="9629775" y="21399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99" name="full-179"/>
          <p:cNvSpPr>
            <a:spLocks noGrp="1"/>
          </p:cNvSpPr>
          <p:nvPr/>
        </p:nvSpPr>
        <p:spPr>
          <a:xfrm>
            <a:off x="9715500" y="21399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0" name="full-180"/>
          <p:cNvSpPr>
            <a:spLocks noGrp="1"/>
          </p:cNvSpPr>
          <p:nvPr/>
        </p:nvSpPr>
        <p:spPr>
          <a:xfrm>
            <a:off x="9801225" y="21399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1" name="full-181"/>
          <p:cNvSpPr>
            <a:spLocks noGrp="1"/>
          </p:cNvSpPr>
          <p:nvPr/>
        </p:nvSpPr>
        <p:spPr>
          <a:xfrm>
            <a:off x="9886950" y="21399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2" name="full-182"/>
          <p:cNvSpPr>
            <a:spLocks noGrp="1"/>
          </p:cNvSpPr>
          <p:nvPr/>
        </p:nvSpPr>
        <p:spPr>
          <a:xfrm>
            <a:off x="9972675" y="21399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3" name="full-183"/>
          <p:cNvSpPr>
            <a:spLocks noGrp="1"/>
          </p:cNvSpPr>
          <p:nvPr/>
        </p:nvSpPr>
        <p:spPr>
          <a:xfrm>
            <a:off x="10058400" y="21399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4" name="full-184"/>
          <p:cNvSpPr>
            <a:spLocks noGrp="1"/>
          </p:cNvSpPr>
          <p:nvPr/>
        </p:nvSpPr>
        <p:spPr>
          <a:xfrm>
            <a:off x="10144125" y="21399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5" name="full-185"/>
          <p:cNvSpPr>
            <a:spLocks noGrp="1"/>
          </p:cNvSpPr>
          <p:nvPr/>
        </p:nvSpPr>
        <p:spPr>
          <a:xfrm>
            <a:off x="9582150" y="233045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x₆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6" name="full-186"/>
          <p:cNvSpPr>
            <a:spLocks noGrp="1"/>
          </p:cNvSpPr>
          <p:nvPr/>
        </p:nvSpPr>
        <p:spPr>
          <a:xfrm>
            <a:off x="10296525" y="32162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7" name="full-187"/>
          <p:cNvSpPr>
            <a:spLocks noGrp="1"/>
          </p:cNvSpPr>
          <p:nvPr/>
        </p:nvSpPr>
        <p:spPr>
          <a:xfrm>
            <a:off x="10382250" y="32162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8" name="full-188"/>
          <p:cNvSpPr>
            <a:spLocks noGrp="1"/>
          </p:cNvSpPr>
          <p:nvPr/>
        </p:nvSpPr>
        <p:spPr>
          <a:xfrm>
            <a:off x="10467975" y="32162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9" name="full-189"/>
          <p:cNvSpPr>
            <a:spLocks noGrp="1"/>
          </p:cNvSpPr>
          <p:nvPr/>
        </p:nvSpPr>
        <p:spPr>
          <a:xfrm>
            <a:off x="10553700" y="32162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0" name="full-190"/>
          <p:cNvSpPr>
            <a:spLocks noGrp="1"/>
          </p:cNvSpPr>
          <p:nvPr/>
        </p:nvSpPr>
        <p:spPr>
          <a:xfrm>
            <a:off x="10639425" y="32162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1" name="full-191"/>
          <p:cNvSpPr>
            <a:spLocks noGrp="1"/>
          </p:cNvSpPr>
          <p:nvPr/>
        </p:nvSpPr>
        <p:spPr>
          <a:xfrm>
            <a:off x="10725150" y="32162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2" name="full-192"/>
          <p:cNvSpPr>
            <a:spLocks noGrp="1"/>
          </p:cNvSpPr>
          <p:nvPr/>
        </p:nvSpPr>
        <p:spPr>
          <a:xfrm>
            <a:off x="10810875" y="32162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3" name="full-193"/>
          <p:cNvSpPr>
            <a:spLocks noGrp="1"/>
          </p:cNvSpPr>
          <p:nvPr/>
        </p:nvSpPr>
        <p:spPr>
          <a:xfrm>
            <a:off x="10248900" y="340677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x₇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4" name="full-194"/>
          <p:cNvSpPr>
            <a:spLocks noGrp="1"/>
          </p:cNvSpPr>
          <p:nvPr/>
        </p:nvSpPr>
        <p:spPr>
          <a:xfrm>
            <a:off x="11763375" y="1266825"/>
            <a:ext cx="4543425" cy="704850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F8F9FB"/>
              </a:gs>
              <a:gs pos="100000">
                <a:srgbClr val="F6F8FA"/>
              </a:gs>
            </a:gsLst>
            <a:lin ang="5400000" scaled="0"/>
          </a:gradFill>
          <a:ln w="7620">
            <a:solidFill>
              <a:srgbClr val="9CADC4"/>
            </a:solidFill>
            <a:prstDash val="solid"/>
          </a:ln>
        </p:spPr>
      </p:sp>
      <p:sp>
        <p:nvSpPr>
          <p:cNvPr id="215" name="full-195"/>
          <p:cNvSpPr>
            <a:spLocks noGrp="1"/>
          </p:cNvSpPr>
          <p:nvPr/>
        </p:nvSpPr>
        <p:spPr>
          <a:xfrm>
            <a:off x="11972925" y="1495425"/>
            <a:ext cx="647700" cy="0"/>
          </a:xfrm>
          <a:prstGeom prst="line">
            <a:avLst/>
          </a:prstGeom>
          <a:noFill/>
          <a:ln w="21908">
            <a:solidFill>
              <a:srgbClr val="29486E"/>
            </a:solidFill>
            <a:prstDash val="solid"/>
          </a:ln>
        </p:spPr>
      </p:sp>
      <p:sp>
        <p:nvSpPr>
          <p:cNvPr id="216" name="full-196"/>
          <p:cNvSpPr>
            <a:spLocks noGrp="1"/>
          </p:cNvSpPr>
          <p:nvPr/>
        </p:nvSpPr>
        <p:spPr>
          <a:xfrm>
            <a:off x="12744450" y="1333500"/>
            <a:ext cx="3476625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同一 burst 内相邻报文连接</a:t>
            </a:r>
            <a:endParaRPr sz="16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17" name="full-197"/>
          <p:cNvSpPr>
            <a:spLocks noGrp="1"/>
          </p:cNvSpPr>
          <p:nvPr/>
        </p:nvSpPr>
        <p:spPr>
          <a:xfrm>
            <a:off x="11972925" y="1771650"/>
            <a:ext cx="647700" cy="0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218" name="full-198"/>
          <p:cNvSpPr>
            <a:spLocks noGrp="1"/>
          </p:cNvSpPr>
          <p:nvPr/>
        </p:nvSpPr>
        <p:spPr>
          <a:xfrm>
            <a:off x="12706350" y="1628775"/>
            <a:ext cx="352425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/>
            </a:defPPr>
            <a:lvl1pPr algn="ctr">
              <a:defRPr sz="1575"/>
            </a:lvl1pPr>
            <a:lvl2pPr algn="ctr">
              <a:defRPr sz="1575"/>
            </a:lvl2pPr>
            <a:lvl3pPr algn="ctr">
              <a:defRPr sz="1575"/>
            </a:lvl3pPr>
            <a:lvl4pPr algn="ctr">
              <a:defRPr sz="1575"/>
            </a:lvl4pPr>
            <a:lvl5pPr algn="ctr">
              <a:defRPr sz="1575"/>
            </a:lvl5pPr>
            <a:lvl6pPr algn="ctr">
              <a:defRPr sz="1575"/>
            </a:lvl6pPr>
            <a:lvl7pPr algn="ctr">
              <a:defRPr sz="1575"/>
            </a:lvl7pPr>
            <a:lvl8pPr algn="ctr">
              <a:defRPr sz="1575"/>
            </a:lvl8pPr>
            <a:lvl9pPr algn="ctr">
              <a:defRPr sz="1575"/>
            </a:lvl9pPr>
          </a:lstStyle>
          <a:p>
            <a:pPr algn="ctr">
              <a:defRPr sz="1575"/>
            </a:pPr>
            <a:r>
              <a:rPr sz="1575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相邻 burst 的首—首、末—末连接</a:t>
            </a:r>
            <a:endParaRPr sz="1575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92" name="full-272"/>
          <p:cNvSpPr>
            <a:spLocks noGrp="1"/>
          </p:cNvSpPr>
          <p:nvPr/>
        </p:nvSpPr>
        <p:spPr>
          <a:xfrm>
            <a:off x="12328525" y="6029325"/>
            <a:ext cx="5438775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节点 p₂ 的 K = 2 邻域示意图</a:t>
            </a:r>
            <a:endParaRPr sz="1950" b="1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93" name="full-273"/>
          <p:cNvSpPr>
            <a:spLocks noGrp="1"/>
          </p:cNvSpPr>
          <p:nvPr/>
        </p:nvSpPr>
        <p:spPr>
          <a:xfrm>
            <a:off x="6543675" y="5835650"/>
            <a:ext cx="3714750" cy="3714750"/>
          </a:xfrm>
          <a:prstGeom prst="ellipse">
            <a:avLst/>
          </a:prstGeom>
          <a:solidFill>
            <a:srgbClr val="F3F9FE"/>
          </a:solidFill>
          <a:ln w="10478">
            <a:solidFill>
              <a:srgbClr val="86B9E8"/>
            </a:solidFill>
            <a:prstDash val="dash"/>
          </a:ln>
        </p:spPr>
      </p:sp>
      <p:sp>
        <p:nvSpPr>
          <p:cNvPr id="294" name="full-274"/>
          <p:cNvSpPr>
            <a:spLocks noGrp="1"/>
          </p:cNvSpPr>
          <p:nvPr/>
        </p:nvSpPr>
        <p:spPr>
          <a:xfrm>
            <a:off x="7162800" y="6454775"/>
            <a:ext cx="2476500" cy="2476500"/>
          </a:xfrm>
          <a:prstGeom prst="ellipse">
            <a:avLst/>
          </a:prstGeom>
          <a:solidFill>
            <a:srgbClr val="FFFBF1"/>
          </a:solidFill>
          <a:ln w="10478">
            <a:solidFill>
              <a:srgbClr val="E7B054"/>
            </a:solidFill>
            <a:prstDash val="dash"/>
          </a:ln>
        </p:spPr>
      </p:sp>
      <p:sp>
        <p:nvSpPr>
          <p:cNvPr id="295" name="node-1-274"/>
          <p:cNvSpPr>
            <a:spLocks noGrp="1"/>
          </p:cNvSpPr>
          <p:nvPr/>
        </p:nvSpPr>
        <p:spPr>
          <a:xfrm>
            <a:off x="7448550" y="6788150"/>
            <a:ext cx="476250" cy="47625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p₁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6" name="node-2-274"/>
          <p:cNvSpPr>
            <a:spLocks noGrp="1"/>
          </p:cNvSpPr>
          <p:nvPr/>
        </p:nvSpPr>
        <p:spPr>
          <a:xfrm>
            <a:off x="8162925" y="7454900"/>
            <a:ext cx="476250" cy="476250"/>
          </a:xfrm>
          <a:prstGeom prst="ellipse">
            <a:avLst/>
          </a:prstGeom>
          <a:solidFill>
            <a:srgbClr val="D8EDFC"/>
          </a:solidFill>
          <a:ln w="24765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p₂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7" name="node-3-274"/>
          <p:cNvSpPr>
            <a:spLocks noGrp="1"/>
          </p:cNvSpPr>
          <p:nvPr/>
        </p:nvSpPr>
        <p:spPr>
          <a:xfrm>
            <a:off x="9020175" y="6978650"/>
            <a:ext cx="476250" cy="47625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p₃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8" name="node-4-274"/>
          <p:cNvSpPr>
            <a:spLocks noGrp="1"/>
          </p:cNvSpPr>
          <p:nvPr/>
        </p:nvSpPr>
        <p:spPr>
          <a:xfrm>
            <a:off x="6829425" y="8264525"/>
            <a:ext cx="476250" cy="47625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p₄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9" name="node-5-274"/>
          <p:cNvSpPr>
            <a:spLocks noGrp="1"/>
          </p:cNvSpPr>
          <p:nvPr/>
        </p:nvSpPr>
        <p:spPr>
          <a:xfrm>
            <a:off x="8448675" y="9007475"/>
            <a:ext cx="476250" cy="47625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p₅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0" name="node-6-274"/>
          <p:cNvSpPr>
            <a:spLocks noGrp="1"/>
          </p:cNvSpPr>
          <p:nvPr/>
        </p:nvSpPr>
        <p:spPr>
          <a:xfrm>
            <a:off x="10972800" y="7740650"/>
            <a:ext cx="476250" cy="476250"/>
          </a:xfrm>
          <a:prstGeom prst="ellipse">
            <a:avLst/>
          </a:prstGeom>
          <a:solidFill>
            <a:srgbClr val="EDF1F6"/>
          </a:solidFill>
          <a:ln w="14288">
            <a:solidFill>
              <a:srgbClr val="A5B6CB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8A9AB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p₆</a:t>
            </a:r>
            <a:endParaRPr sz="2325" i="1">
              <a:solidFill>
                <a:srgbClr val="8A9AB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1" name="node-7-274"/>
          <p:cNvSpPr>
            <a:spLocks noGrp="1"/>
          </p:cNvSpPr>
          <p:nvPr/>
        </p:nvSpPr>
        <p:spPr>
          <a:xfrm>
            <a:off x="10401300" y="9074150"/>
            <a:ext cx="476250" cy="476250"/>
          </a:xfrm>
          <a:prstGeom prst="ellipse">
            <a:avLst/>
          </a:prstGeom>
          <a:solidFill>
            <a:srgbClr val="EDF1F6"/>
          </a:solidFill>
          <a:ln w="14288">
            <a:solidFill>
              <a:srgbClr val="A5B6CB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8A9AB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p₇</a:t>
            </a:r>
            <a:endParaRPr sz="2325" i="1">
              <a:solidFill>
                <a:srgbClr val="8A9AB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2" name="full-275"/>
          <p:cNvSpPr>
            <a:spLocks noGrp="1"/>
          </p:cNvSpPr>
          <p:nvPr/>
        </p:nvSpPr>
        <p:spPr>
          <a:xfrm>
            <a:off x="7860758" y="7188752"/>
            <a:ext cx="366210" cy="341796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3" name="full-276"/>
          <p:cNvSpPr>
            <a:spLocks noGrp="1"/>
          </p:cNvSpPr>
          <p:nvPr/>
        </p:nvSpPr>
        <p:spPr>
          <a:xfrm flipH="1">
            <a:off x="8609209" y="7332419"/>
            <a:ext cx="440933" cy="244963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4" name="full-277"/>
          <p:cNvSpPr>
            <a:spLocks noGrp="1"/>
          </p:cNvSpPr>
          <p:nvPr/>
        </p:nvSpPr>
        <p:spPr>
          <a:xfrm>
            <a:off x="7283981" y="8601954"/>
            <a:ext cx="1186388" cy="544343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5" name="full-278"/>
          <p:cNvSpPr>
            <a:spLocks noGrp="1"/>
          </p:cNvSpPr>
          <p:nvPr/>
        </p:nvSpPr>
        <p:spPr>
          <a:xfrm flipH="1">
            <a:off x="10733227" y="8197646"/>
            <a:ext cx="383896" cy="895757"/>
          </a:xfrm>
          <a:prstGeom prst="line">
            <a:avLst/>
          </a:prstGeom>
          <a:noFill/>
          <a:ln w="12383">
            <a:solidFill>
              <a:srgbClr val="B3C0D3"/>
            </a:solidFill>
            <a:prstDash val="solid"/>
          </a:ln>
        </p:spPr>
      </p:sp>
      <p:sp>
        <p:nvSpPr>
          <p:cNvPr id="306" name="full-279"/>
          <p:cNvSpPr>
            <a:spLocks noGrp="1"/>
          </p:cNvSpPr>
          <p:nvPr/>
        </p:nvSpPr>
        <p:spPr>
          <a:xfrm flipH="1">
            <a:off x="7159639" y="7245873"/>
            <a:ext cx="434946" cy="1037180"/>
          </a:xfrm>
          <a:prstGeom prst="line">
            <a:avLst/>
          </a:prstGeom>
          <a:noFill/>
          <a:ln w="15240">
            <a:solidFill>
              <a:srgbClr val="6B829E"/>
            </a:solidFill>
            <a:prstDash val="dash"/>
          </a:ln>
        </p:spPr>
      </p:sp>
      <p:sp>
        <p:nvSpPr>
          <p:cNvPr id="307" name="full-280"/>
          <p:cNvSpPr>
            <a:spLocks noGrp="1"/>
          </p:cNvSpPr>
          <p:nvPr/>
        </p:nvSpPr>
        <p:spPr>
          <a:xfrm flipH="1">
            <a:off x="8751365" y="7445980"/>
            <a:ext cx="442370" cy="1570415"/>
          </a:xfrm>
          <a:prstGeom prst="line">
            <a:avLst/>
          </a:prstGeom>
          <a:noFill/>
          <a:ln w="15240">
            <a:solidFill>
              <a:srgbClr val="6B829E"/>
            </a:solidFill>
            <a:prstDash val="dash"/>
          </a:ln>
        </p:spPr>
      </p:sp>
      <p:sp>
        <p:nvSpPr>
          <p:cNvPr id="308" name="full-281"/>
          <p:cNvSpPr>
            <a:spLocks noGrp="1"/>
          </p:cNvSpPr>
          <p:nvPr/>
        </p:nvSpPr>
        <p:spPr>
          <a:xfrm flipH="1">
            <a:off x="7303794" y="8008645"/>
            <a:ext cx="3670887" cy="464135"/>
          </a:xfrm>
          <a:prstGeom prst="line">
            <a:avLst/>
          </a:prstGeom>
          <a:noFill/>
          <a:ln w="12383">
            <a:solidFill>
              <a:srgbClr val="B3C0D3"/>
            </a:solidFill>
            <a:prstDash val="dash"/>
          </a:ln>
        </p:spPr>
      </p:sp>
      <p:sp>
        <p:nvSpPr>
          <p:cNvPr id="309" name="full-282"/>
          <p:cNvSpPr>
            <a:spLocks noGrp="1"/>
          </p:cNvSpPr>
          <p:nvPr/>
        </p:nvSpPr>
        <p:spPr>
          <a:xfrm>
            <a:off x="8924786" y="9253726"/>
            <a:ext cx="1476652" cy="50422"/>
          </a:xfrm>
          <a:prstGeom prst="line">
            <a:avLst/>
          </a:prstGeom>
          <a:noFill/>
          <a:ln w="12383">
            <a:solidFill>
              <a:srgbClr val="B3C0D3"/>
            </a:solidFill>
            <a:prstDash val="dash"/>
          </a:ln>
        </p:spPr>
      </p:sp>
      <p:sp>
        <p:nvSpPr>
          <p:cNvPr id="310" name="full-283"/>
          <p:cNvSpPr>
            <a:spLocks noGrp="1"/>
          </p:cNvSpPr>
          <p:nvPr/>
        </p:nvSpPr>
        <p:spPr>
          <a:xfrm>
            <a:off x="9658350" y="5940425"/>
            <a:ext cx="2171700" cy="542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2跳邻域</a:t>
            </a:r>
            <a:endParaRPr sz="1650" b="1" dirty="0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1" name="full-284"/>
          <p:cNvSpPr>
            <a:spLocks noGrp="1"/>
          </p:cNvSpPr>
          <p:nvPr/>
        </p:nvSpPr>
        <p:spPr>
          <a:xfrm flipH="1">
            <a:off x="9735214" y="6245225"/>
            <a:ext cx="237461" cy="305307"/>
          </a:xfrm>
          <a:prstGeom prst="line">
            <a:avLst/>
          </a:prstGeom>
          <a:noFill/>
          <a:ln w="13335">
            <a:solidFill>
              <a:srgbClr val="2474BD"/>
            </a:solidFill>
            <a:prstDash val="solid"/>
          </a:ln>
        </p:spPr>
      </p:sp>
      <p:sp>
        <p:nvSpPr>
          <p:cNvPr id="312" name="full-285"/>
          <p:cNvSpPr>
            <a:spLocks noGrp="1"/>
          </p:cNvSpPr>
          <p:nvPr/>
        </p:nvSpPr>
        <p:spPr>
          <a:xfrm rot="13072499">
            <a:off x="9648825" y="6530975"/>
            <a:ext cx="114300" cy="114300"/>
          </a:xfrm>
          <a:prstGeom prst="triangle">
            <a:avLst/>
          </a:prstGeom>
          <a:solidFill>
            <a:srgbClr val="2474BD"/>
          </a:solidFill>
          <a:ln w="9525">
            <a:noFill/>
            <a:prstDash val="solid"/>
          </a:ln>
        </p:spPr>
      </p:sp>
      <p:sp>
        <p:nvSpPr>
          <p:cNvPr id="313" name="full-286"/>
          <p:cNvSpPr>
            <a:spLocks noGrp="1"/>
          </p:cNvSpPr>
          <p:nvPr/>
        </p:nvSpPr>
        <p:spPr>
          <a:xfrm>
            <a:off x="10144125" y="6711950"/>
            <a:ext cx="1619250" cy="523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 dirty="0">
                <a:solidFill>
                  <a:srgbClr val="C47C23"/>
                </a:solidFill>
                <a:latin typeface="宋体"/>
                <a:ea typeface="宋体"/>
                <a:cs typeface="宋体"/>
              </a:rPr>
              <a:t>1跳邻域</a:t>
            </a:r>
            <a:br>
              <a:rPr sz="1650" b="1" dirty="0">
                <a:solidFill>
                  <a:srgbClr val="C47C23"/>
                </a:solidFill>
                <a:latin typeface="宋体"/>
                <a:ea typeface="宋体"/>
                <a:cs typeface="宋体"/>
              </a:rPr>
            </a:br>
            <a:r>
              <a:rPr sz="1650" b="1" dirty="0">
                <a:solidFill>
                  <a:srgbClr val="C47C23"/>
                </a:solidFill>
                <a:latin typeface="宋体"/>
                <a:ea typeface="宋体"/>
                <a:cs typeface="宋体"/>
              </a:rPr>
              <a:t>（</a:t>
            </a:r>
            <a:r>
              <a:rPr sz="1650" b="1" dirty="0" err="1">
                <a:solidFill>
                  <a:srgbClr val="C47C23"/>
                </a:solidFill>
                <a:latin typeface="宋体"/>
                <a:ea typeface="宋体"/>
                <a:cs typeface="宋体"/>
              </a:rPr>
              <a:t>直接相邻</a:t>
            </a:r>
            <a:r>
              <a:rPr sz="1650" b="1" dirty="0">
                <a:solidFill>
                  <a:srgbClr val="C47C23"/>
                </a:solidFill>
                <a:latin typeface="宋体"/>
                <a:ea typeface="宋体"/>
                <a:cs typeface="宋体"/>
              </a:rPr>
              <a:t>）</a:t>
            </a:r>
            <a:endParaRPr sz="1650" b="1" dirty="0">
              <a:solidFill>
                <a:srgbClr val="C47C23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4" name="full-287"/>
          <p:cNvSpPr>
            <a:spLocks noGrp="1"/>
          </p:cNvSpPr>
          <p:nvPr/>
        </p:nvSpPr>
        <p:spPr>
          <a:xfrm flipH="1">
            <a:off x="9647803" y="7016750"/>
            <a:ext cx="677297" cy="142589"/>
          </a:xfrm>
          <a:prstGeom prst="line">
            <a:avLst/>
          </a:prstGeom>
          <a:noFill/>
          <a:ln w="13335">
            <a:solidFill>
              <a:srgbClr val="D58B30"/>
            </a:solidFill>
            <a:prstDash val="solid"/>
          </a:ln>
        </p:spPr>
      </p:sp>
      <p:sp>
        <p:nvSpPr>
          <p:cNvPr id="315" name="full-288"/>
          <p:cNvSpPr>
            <a:spLocks noGrp="1"/>
          </p:cNvSpPr>
          <p:nvPr/>
        </p:nvSpPr>
        <p:spPr>
          <a:xfrm rot="15486681">
            <a:off x="9544050" y="7112000"/>
            <a:ext cx="114300" cy="114300"/>
          </a:xfrm>
          <a:prstGeom prst="triangle">
            <a:avLst/>
          </a:prstGeom>
          <a:solidFill>
            <a:srgbClr val="D58B30"/>
          </a:solidFill>
          <a:ln w="9525">
            <a:noFill/>
            <a:prstDash val="solid"/>
          </a:ln>
        </p:spPr>
      </p:sp>
      <p:sp>
        <p:nvSpPr>
          <p:cNvPr id="316" name="full-289"/>
          <p:cNvSpPr>
            <a:spLocks noGrp="1"/>
          </p:cNvSpPr>
          <p:nvPr/>
        </p:nvSpPr>
        <p:spPr>
          <a:xfrm>
            <a:off x="9820275" y="9531350"/>
            <a:ext cx="2019300" cy="2190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425"/>
            </a:defPPr>
            <a:lvl1pPr algn="ctr">
              <a:defRPr sz="1425"/>
            </a:lvl1pPr>
            <a:lvl2pPr algn="ctr">
              <a:defRPr sz="1425"/>
            </a:lvl2pPr>
            <a:lvl3pPr algn="ctr">
              <a:defRPr sz="1425"/>
            </a:lvl3pPr>
            <a:lvl4pPr algn="ctr">
              <a:defRPr sz="1425"/>
            </a:lvl4pPr>
            <a:lvl5pPr algn="ctr">
              <a:defRPr sz="1425"/>
            </a:lvl5pPr>
            <a:lvl6pPr algn="ctr">
              <a:defRPr sz="1425"/>
            </a:lvl6pPr>
            <a:lvl7pPr algn="ctr">
              <a:defRPr sz="1425"/>
            </a:lvl7pPr>
            <a:lvl8pPr algn="ctr">
              <a:defRPr sz="1425"/>
            </a:lvl8pPr>
            <a:lvl9pPr algn="ctr">
              <a:defRPr sz="1425"/>
            </a:lvl9pPr>
          </a:lstStyle>
          <a:p>
            <a:pPr algn="ctr">
              <a:defRPr sz="1425"/>
            </a:pPr>
            <a:r>
              <a:rPr sz="1425" b="0">
                <a:solidFill>
                  <a:srgbClr val="667D97"/>
                </a:solidFill>
                <a:latin typeface="宋体"/>
                <a:ea typeface="宋体"/>
                <a:cs typeface="宋体"/>
              </a:rPr>
              <a:t>灰色节点为三跳</a:t>
            </a:r>
            <a:endParaRPr sz="1425" b="0">
              <a:solidFill>
                <a:srgbClr val="667D97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7" name="full-290"/>
          <p:cNvSpPr>
            <a:spLocks noGrp="1"/>
          </p:cNvSpPr>
          <p:nvPr/>
        </p:nvSpPr>
        <p:spPr>
          <a:xfrm>
            <a:off x="7423150" y="10198100"/>
            <a:ext cx="3000375" cy="1609725"/>
          </a:xfrm>
          <a:prstGeom prst="roundRect">
            <a:avLst>
              <a:gd name="adj" fmla="val 7101"/>
            </a:avLst>
          </a:prstGeom>
          <a:gradFill rotWithShape="1">
            <a:gsLst>
              <a:gs pos="0">
                <a:srgbClr val="F9FBFD"/>
              </a:gs>
              <a:gs pos="100000">
                <a:srgbClr val="F8FAFC"/>
              </a:gs>
            </a:gsLst>
            <a:lin ang="5400000" scaled="0"/>
          </a:gradFill>
          <a:ln w="7620">
            <a:solidFill>
              <a:srgbClr val="BBCADB"/>
            </a:solidFill>
            <a:prstDash val="solid"/>
          </a:ln>
        </p:spPr>
      </p:sp>
      <p:sp>
        <p:nvSpPr>
          <p:cNvPr id="318" name="full-291"/>
          <p:cNvSpPr>
            <a:spLocks noGrp="1"/>
          </p:cNvSpPr>
          <p:nvPr/>
        </p:nvSpPr>
        <p:spPr>
          <a:xfrm>
            <a:off x="7470775" y="9931400"/>
            <a:ext cx="2905125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/>
            </a:defPPr>
            <a:lvl1pPr algn="ctr">
              <a:defRPr sz="1800"/>
            </a:lvl1pPr>
            <a:lvl2pPr algn="ctr"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  <a:lvl6pPr algn="ctr">
              <a:defRPr sz="1800"/>
            </a:lvl6pPr>
            <a:lvl7pPr algn="ctr">
              <a:defRPr sz="1800"/>
            </a:lvl7pPr>
            <a:lvl8pPr algn="ctr">
              <a:defRPr sz="1800"/>
            </a:lvl8pPr>
            <a:lvl9pPr algn="ctr">
              <a:defRPr sz="1800"/>
            </a:lvl9pPr>
          </a:lstStyle>
          <a:p>
            <a:pPr algn="ctr">
              <a:defRPr sz="1800"/>
            </a:pPr>
            <a:r>
              <a:rPr sz="1800" b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TAGCN 编码公式（K = 2）</a:t>
            </a:r>
            <a:endParaRPr sz="1800" b="1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9" name="full-292"/>
          <p:cNvSpPr>
            <a:spLocks noGrp="1"/>
          </p:cNvSpPr>
          <p:nvPr/>
        </p:nvSpPr>
        <p:spPr>
          <a:xfrm>
            <a:off x="7489825" y="10293350"/>
            <a:ext cx="2867025" cy="1076325"/>
          </a:xfrm>
          <a:prstGeom prst="roundRect">
            <a:avLst>
              <a:gd name="adj" fmla="val 10619"/>
            </a:avLst>
          </a:prstGeom>
          <a:gradFill rotWithShape="1">
            <a:gsLst>
              <a:gs pos="0">
                <a:srgbClr val="F6F9F2"/>
              </a:gs>
              <a:gs pos="100000">
                <a:srgbClr val="F4F7EF"/>
              </a:gs>
            </a:gsLst>
            <a:lin ang="5400000" scaled="0"/>
          </a:gradFill>
          <a:ln w="6668">
            <a:solidFill>
              <a:srgbClr val="C5D1BF"/>
            </a:solidFill>
            <a:prstDash val="solid"/>
          </a:ln>
        </p:spPr>
      </p:sp>
      <p:sp>
        <p:nvSpPr>
          <p:cNvPr id="320" name="full-293"/>
          <p:cNvSpPr>
            <a:spLocks noGrp="1"/>
          </p:cNvSpPr>
          <p:nvPr/>
        </p:nvSpPr>
        <p:spPr>
          <a:xfrm>
            <a:off x="7508875" y="10636250"/>
            <a:ext cx="12192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/>
            </a:defPPr>
            <a:lvl1pPr algn="ctr">
              <a:defRPr sz="1875"/>
            </a:lvl1pPr>
            <a:lvl2pPr algn="ctr">
              <a:defRPr sz="1875"/>
            </a:lvl2pPr>
            <a:lvl3pPr algn="ctr">
              <a:defRPr sz="1875"/>
            </a:lvl3pPr>
            <a:lvl4pPr algn="ctr">
              <a:defRPr sz="1875"/>
            </a:lvl4pPr>
            <a:lvl5pPr algn="ctr">
              <a:defRPr sz="1875"/>
            </a:lvl5pPr>
            <a:lvl6pPr algn="ctr">
              <a:defRPr sz="1875"/>
            </a:lvl6pPr>
            <a:lvl7pPr algn="ctr">
              <a:defRPr sz="1875"/>
            </a:lvl7pPr>
            <a:lvl8pPr algn="ctr">
              <a:defRPr sz="1875"/>
            </a:lvl8pPr>
            <a:lvl9pPr algn="ctr">
              <a:defRPr sz="1875"/>
            </a:lvl9pPr>
          </a:lstStyle>
          <a:p>
            <a:pPr algn="ctr">
              <a:defRPr sz="1875"/>
            </a:pPr>
            <a:r>
              <a:rPr sz="187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 = ReLU (</a:t>
            </a:r>
            <a:endParaRPr sz="187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1" name="full-294"/>
          <p:cNvSpPr>
            <a:spLocks noGrp="1"/>
          </p:cNvSpPr>
          <p:nvPr/>
        </p:nvSpPr>
        <p:spPr>
          <a:xfrm>
            <a:off x="8689975" y="10464800"/>
            <a:ext cx="438150" cy="542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750"/>
            </a:defPPr>
            <a:lvl1pPr algn="ctr">
              <a:defRPr sz="3750"/>
            </a:lvl1pPr>
            <a:lvl2pPr algn="ctr">
              <a:defRPr sz="3750"/>
            </a:lvl2pPr>
            <a:lvl3pPr algn="ctr">
              <a:defRPr sz="3750"/>
            </a:lvl3pPr>
            <a:lvl4pPr algn="ctr">
              <a:defRPr sz="3750"/>
            </a:lvl4pPr>
            <a:lvl5pPr algn="ctr">
              <a:defRPr sz="3750"/>
            </a:lvl5pPr>
            <a:lvl6pPr algn="ctr">
              <a:defRPr sz="3750"/>
            </a:lvl6pPr>
            <a:lvl7pPr algn="ctr">
              <a:defRPr sz="3750"/>
            </a:lvl7pPr>
            <a:lvl8pPr algn="ctr">
              <a:defRPr sz="3750"/>
            </a:lvl8pPr>
            <a:lvl9pPr algn="ctr">
              <a:defRPr sz="3750"/>
            </a:lvl9pPr>
          </a:lstStyle>
          <a:p>
            <a:pPr algn="ctr">
              <a:defRPr sz="3750"/>
            </a:pPr>
            <a:r>
              <a:rPr sz="37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∑</a:t>
            </a:r>
            <a:endParaRPr sz="37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2" name="full-295"/>
          <p:cNvSpPr>
            <a:spLocks noGrp="1"/>
          </p:cNvSpPr>
          <p:nvPr/>
        </p:nvSpPr>
        <p:spPr>
          <a:xfrm>
            <a:off x="8775700" y="10340975"/>
            <a:ext cx="238125" cy="228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50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3" name="full-296"/>
          <p:cNvSpPr>
            <a:spLocks noGrp="1"/>
          </p:cNvSpPr>
          <p:nvPr/>
        </p:nvSpPr>
        <p:spPr>
          <a:xfrm>
            <a:off x="8689975" y="11026775"/>
            <a:ext cx="43815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 = 0</a:t>
            </a:r>
            <a:endParaRPr sz="13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4" name="full-297"/>
          <p:cNvSpPr>
            <a:spLocks noGrp="1"/>
          </p:cNvSpPr>
          <p:nvPr/>
        </p:nvSpPr>
        <p:spPr>
          <a:xfrm>
            <a:off x="9147175" y="10645775"/>
            <a:ext cx="1228725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Âᵏ XWₖ + b )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26" name="full-399"/>
          <p:cNvSpPr>
            <a:spLocks noGrp="1"/>
          </p:cNvSpPr>
          <p:nvPr/>
        </p:nvSpPr>
        <p:spPr>
          <a:xfrm>
            <a:off x="6040255" y="3735387"/>
            <a:ext cx="477453" cy="752475"/>
          </a:xfrm>
          <a:prstGeom prst="rightArrow">
            <a:avLst/>
          </a:prstGeom>
          <a:solidFill>
            <a:srgbClr val="95B8CD"/>
          </a:solidFill>
          <a:ln w="9525">
            <a:noFill/>
            <a:prstDash val="solid"/>
          </a:ln>
        </p:spPr>
      </p:sp>
      <p:sp>
        <p:nvSpPr>
          <p:cNvPr id="431" name="矩形 430"/>
          <p:cNvSpPr/>
          <p:nvPr/>
        </p:nvSpPr>
        <p:spPr>
          <a:xfrm>
            <a:off x="342025" y="5158275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矩形 432"/>
          <p:cNvSpPr/>
          <p:nvPr/>
        </p:nvSpPr>
        <p:spPr>
          <a:xfrm>
            <a:off x="515133" y="5160995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矩形 434"/>
          <p:cNvSpPr/>
          <p:nvPr/>
        </p:nvSpPr>
        <p:spPr>
          <a:xfrm>
            <a:off x="690438" y="5158082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/>
          <p:cNvSpPr/>
          <p:nvPr/>
        </p:nvSpPr>
        <p:spPr>
          <a:xfrm>
            <a:off x="1107810" y="5158468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/>
          <p:cNvSpPr/>
          <p:nvPr/>
        </p:nvSpPr>
        <p:spPr>
          <a:xfrm>
            <a:off x="1280918" y="5161188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/>
          <p:cNvSpPr/>
          <p:nvPr/>
        </p:nvSpPr>
        <p:spPr>
          <a:xfrm>
            <a:off x="1459306" y="5158275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full-399"/>
          <p:cNvSpPr>
            <a:spLocks noGrp="1"/>
          </p:cNvSpPr>
          <p:nvPr/>
        </p:nvSpPr>
        <p:spPr>
          <a:xfrm>
            <a:off x="6124575" y="9345612"/>
            <a:ext cx="477453" cy="752475"/>
          </a:xfrm>
          <a:prstGeom prst="rightArrow">
            <a:avLst/>
          </a:prstGeom>
          <a:solidFill>
            <a:srgbClr val="95B8CD"/>
          </a:solidFill>
          <a:ln w="9525">
            <a:noFill/>
            <a:prstDash val="solid"/>
          </a:ln>
        </p:spPr>
      </p:sp>
      <p:sp>
        <p:nvSpPr>
          <p:cNvPr id="445" name="矩形 444"/>
          <p:cNvSpPr/>
          <p:nvPr/>
        </p:nvSpPr>
        <p:spPr>
          <a:xfrm>
            <a:off x="1853100" y="5158375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 446"/>
          <p:cNvSpPr/>
          <p:nvPr/>
        </p:nvSpPr>
        <p:spPr>
          <a:xfrm>
            <a:off x="2017639" y="5160349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矩形 448"/>
          <p:cNvSpPr/>
          <p:nvPr/>
        </p:nvSpPr>
        <p:spPr>
          <a:xfrm>
            <a:off x="2199294" y="5157436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full-56"/>
          <p:cNvSpPr>
            <a:spLocks noGrp="1"/>
          </p:cNvSpPr>
          <p:nvPr/>
        </p:nvSpPr>
        <p:spPr>
          <a:xfrm>
            <a:off x="3288607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453" name="full-57"/>
          <p:cNvSpPr>
            <a:spLocks noGrp="1"/>
          </p:cNvSpPr>
          <p:nvPr/>
        </p:nvSpPr>
        <p:spPr>
          <a:xfrm rot="5400000">
            <a:off x="3431082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455" name="full-59"/>
          <p:cNvSpPr>
            <a:spLocks noGrp="1"/>
          </p:cNvSpPr>
          <p:nvPr/>
        </p:nvSpPr>
        <p:spPr>
          <a:xfrm>
            <a:off x="4031856" y="5248275"/>
            <a:ext cx="23812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459" name="矩形 458"/>
          <p:cNvSpPr/>
          <p:nvPr/>
        </p:nvSpPr>
        <p:spPr>
          <a:xfrm>
            <a:off x="2745007" y="5158275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1" name="矩形 460"/>
          <p:cNvSpPr/>
          <p:nvPr/>
        </p:nvSpPr>
        <p:spPr>
          <a:xfrm>
            <a:off x="2918115" y="5160995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矩形 462"/>
          <p:cNvSpPr/>
          <p:nvPr/>
        </p:nvSpPr>
        <p:spPr>
          <a:xfrm>
            <a:off x="3099770" y="5158082"/>
            <a:ext cx="18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矩形 464"/>
          <p:cNvSpPr/>
          <p:nvPr/>
        </p:nvSpPr>
        <p:spPr>
          <a:xfrm>
            <a:off x="3539667" y="5158468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矩形 466"/>
          <p:cNvSpPr/>
          <p:nvPr/>
        </p:nvSpPr>
        <p:spPr>
          <a:xfrm>
            <a:off x="3712775" y="5161188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/>
          <p:cNvSpPr/>
          <p:nvPr/>
        </p:nvSpPr>
        <p:spPr>
          <a:xfrm>
            <a:off x="3891163" y="5158275"/>
            <a:ext cx="18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矩形 449"/>
          <p:cNvSpPr/>
          <p:nvPr/>
        </p:nvSpPr>
        <p:spPr>
          <a:xfrm>
            <a:off x="4380499" y="5157011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4" name="矩形 453"/>
          <p:cNvSpPr/>
          <p:nvPr/>
        </p:nvSpPr>
        <p:spPr>
          <a:xfrm>
            <a:off x="4563232" y="5152382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8" name="矩形 457"/>
          <p:cNvSpPr/>
          <p:nvPr/>
        </p:nvSpPr>
        <p:spPr>
          <a:xfrm>
            <a:off x="4744887" y="5156818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矩形 461"/>
          <p:cNvSpPr/>
          <p:nvPr/>
        </p:nvSpPr>
        <p:spPr>
          <a:xfrm>
            <a:off x="5200687" y="5157011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矩形 465"/>
          <p:cNvSpPr/>
          <p:nvPr/>
        </p:nvSpPr>
        <p:spPr>
          <a:xfrm>
            <a:off x="5373795" y="5153381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/>
          <p:cNvSpPr/>
          <p:nvPr/>
        </p:nvSpPr>
        <p:spPr>
          <a:xfrm>
            <a:off x="5555450" y="5156818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full-1"/>
          <p:cNvSpPr>
            <a:spLocks noGrp="1"/>
          </p:cNvSpPr>
          <p:nvPr/>
        </p:nvSpPr>
        <p:spPr>
          <a:xfrm>
            <a:off x="133350" y="133350"/>
            <a:ext cx="5905500" cy="941070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1430">
            <a:solidFill>
              <a:srgbClr val="2474BD"/>
            </a:solidFill>
            <a:prstDash val="solid"/>
          </a:ln>
        </p:spPr>
      </p:sp>
      <p:sp>
        <p:nvSpPr>
          <p:cNvPr id="2" name="wash-header-1"/>
          <p:cNvSpPr>
            <a:spLocks noGrp="1"/>
          </p:cNvSpPr>
          <p:nvPr/>
        </p:nvSpPr>
        <p:spPr>
          <a:xfrm>
            <a:off x="142875" y="142875"/>
            <a:ext cx="5886450" cy="809625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EEF6FD"/>
              </a:gs>
              <a:gs pos="100000">
                <a:srgbClr val="EAF4FD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3" name="badge-1"/>
          <p:cNvSpPr>
            <a:spLocks noGrp="1"/>
          </p:cNvSpPr>
          <p:nvPr/>
        </p:nvSpPr>
        <p:spPr>
          <a:xfrm>
            <a:off x="304800" y="266700"/>
            <a:ext cx="590550" cy="590550"/>
          </a:xfrm>
          <a:prstGeom prst="ellipse">
            <a:avLst/>
          </a:prstGeom>
          <a:gradFill rotWithShape="1">
            <a:gsLst>
              <a:gs pos="0">
                <a:srgbClr val="5090CA"/>
              </a:gs>
              <a:gs pos="100000">
                <a:srgbClr val="2474BD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4" name="full-2"/>
          <p:cNvSpPr>
            <a:spLocks noGrp="1"/>
          </p:cNvSpPr>
          <p:nvPr/>
        </p:nvSpPr>
        <p:spPr>
          <a:xfrm>
            <a:off x="304800" y="295275"/>
            <a:ext cx="5905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300"/>
            </a:defPPr>
            <a:lvl1pPr algn="ctr">
              <a:defRPr sz="3300"/>
            </a:lvl1pPr>
            <a:lvl2pPr algn="ctr">
              <a:defRPr sz="3300"/>
            </a:lvl2pPr>
            <a:lvl3pPr algn="ctr">
              <a:defRPr sz="3300"/>
            </a:lvl3pPr>
            <a:lvl4pPr algn="ctr">
              <a:defRPr sz="3300"/>
            </a:lvl4pPr>
            <a:lvl5pPr algn="ctr">
              <a:defRPr sz="3300"/>
            </a:lvl5pPr>
            <a:lvl6pPr algn="ctr">
              <a:defRPr sz="3300"/>
            </a:lvl6pPr>
            <a:lvl7pPr algn="ctr">
              <a:defRPr sz="3300"/>
            </a:lvl7pPr>
            <a:lvl8pPr algn="ctr">
              <a:defRPr sz="3300"/>
            </a:lvl8pPr>
            <a:lvl9pPr algn="ctr">
              <a:defRPr sz="3300"/>
            </a:lvl9pPr>
          </a:lstStyle>
          <a:p>
            <a:pPr algn="ctr">
              <a:defRPr sz="3300"/>
            </a:pPr>
            <a:r>
              <a:rPr lang="en-US" altLang="zh-CN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endParaRPr sz="3300" b="1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full-3"/>
          <p:cNvSpPr>
            <a:spLocks noGrp="1"/>
          </p:cNvSpPr>
          <p:nvPr/>
        </p:nvSpPr>
        <p:spPr>
          <a:xfrm>
            <a:off x="981075" y="352425"/>
            <a:ext cx="49625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双向流的报文序列与burst划分</a:t>
            </a:r>
            <a:endParaRPr sz="2325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full-4"/>
          <p:cNvSpPr>
            <a:spLocks noGrp="1"/>
          </p:cNvSpPr>
          <p:nvPr/>
        </p:nvSpPr>
        <p:spPr>
          <a:xfrm>
            <a:off x="142875" y="952500"/>
            <a:ext cx="5886450" cy="0"/>
          </a:xfrm>
          <a:prstGeom prst="line">
            <a:avLst/>
          </a:prstGeom>
          <a:noFill/>
          <a:ln w="7620">
            <a:solidFill>
              <a:srgbClr val="EAF4FD"/>
            </a:solidFill>
            <a:prstDash val="solid"/>
          </a:ln>
        </p:spPr>
      </p:sp>
      <p:sp>
        <p:nvSpPr>
          <p:cNvPr id="7" name="full-5"/>
          <p:cNvSpPr>
            <a:spLocks noGrp="1"/>
          </p:cNvSpPr>
          <p:nvPr/>
        </p:nvSpPr>
        <p:spPr>
          <a:xfrm>
            <a:off x="6153150" y="133350"/>
            <a:ext cx="4953000" cy="94107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1430">
            <a:solidFill>
              <a:srgbClr val="438D6D"/>
            </a:solidFill>
            <a:prstDash val="solid"/>
          </a:ln>
        </p:spPr>
      </p:sp>
      <p:sp>
        <p:nvSpPr>
          <p:cNvPr id="8" name="wash-header-2"/>
          <p:cNvSpPr>
            <a:spLocks noGrp="1"/>
          </p:cNvSpPr>
          <p:nvPr/>
        </p:nvSpPr>
        <p:spPr>
          <a:xfrm>
            <a:off x="6162675" y="142875"/>
            <a:ext cx="4933950" cy="809625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F1F9F4"/>
              </a:gs>
              <a:gs pos="100000">
                <a:srgbClr val="EDF7F1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9" name="badge-2"/>
          <p:cNvSpPr>
            <a:spLocks noGrp="1"/>
          </p:cNvSpPr>
          <p:nvPr/>
        </p:nvSpPr>
        <p:spPr>
          <a:xfrm>
            <a:off x="6324600" y="266700"/>
            <a:ext cx="590550" cy="590550"/>
          </a:xfrm>
          <a:prstGeom prst="ellipse">
            <a:avLst/>
          </a:prstGeom>
          <a:gradFill rotWithShape="1">
            <a:gsLst>
              <a:gs pos="0">
                <a:srgbClr val="69A48A"/>
              </a:gs>
              <a:gs pos="100000">
                <a:srgbClr val="438D6D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10" name="full-6"/>
          <p:cNvSpPr>
            <a:spLocks noGrp="1"/>
          </p:cNvSpPr>
          <p:nvPr/>
        </p:nvSpPr>
        <p:spPr>
          <a:xfrm>
            <a:off x="6324600" y="295275"/>
            <a:ext cx="5905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300"/>
            </a:defPPr>
            <a:lvl1pPr algn="ctr">
              <a:defRPr sz="3300"/>
            </a:lvl1pPr>
            <a:lvl2pPr algn="ctr">
              <a:defRPr sz="3300"/>
            </a:lvl2pPr>
            <a:lvl3pPr algn="ctr">
              <a:defRPr sz="3300"/>
            </a:lvl3pPr>
            <a:lvl4pPr algn="ctr">
              <a:defRPr sz="3300"/>
            </a:lvl4pPr>
            <a:lvl5pPr algn="ctr">
              <a:defRPr sz="3300"/>
            </a:lvl5pPr>
            <a:lvl6pPr algn="ctr">
              <a:defRPr sz="3300"/>
            </a:lvl6pPr>
            <a:lvl7pPr algn="ctr">
              <a:defRPr sz="3300"/>
            </a:lvl7pPr>
            <a:lvl8pPr algn="ctr">
              <a:defRPr sz="3300"/>
            </a:lvl8pPr>
            <a:lvl9pPr algn="ctr">
              <a:defRPr sz="3300"/>
            </a:lvl9pPr>
          </a:lstStyle>
          <a:p>
            <a:pPr algn="ctr">
              <a:defRPr sz="3300"/>
            </a:pPr>
            <a:r>
              <a:rPr lang="en-US" altLang="zh-CN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endParaRPr sz="3300" b="1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full-7"/>
          <p:cNvSpPr>
            <a:spLocks noGrp="1"/>
          </p:cNvSpPr>
          <p:nvPr/>
        </p:nvSpPr>
        <p:spPr>
          <a:xfrm>
            <a:off x="7000875" y="352425"/>
            <a:ext cx="40100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流交互图构建G</a:t>
            </a:r>
            <a:r>
              <a:rPr sz="2325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(x)=(V, E)</a:t>
            </a:r>
            <a:endParaRPr sz="2325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full-8"/>
          <p:cNvSpPr>
            <a:spLocks noGrp="1"/>
          </p:cNvSpPr>
          <p:nvPr/>
        </p:nvSpPr>
        <p:spPr>
          <a:xfrm>
            <a:off x="6162675" y="952500"/>
            <a:ext cx="4933950" cy="0"/>
          </a:xfrm>
          <a:prstGeom prst="line">
            <a:avLst/>
          </a:prstGeom>
          <a:noFill/>
          <a:ln w="7620">
            <a:solidFill>
              <a:srgbClr val="EDF7F1"/>
            </a:solidFill>
            <a:prstDash val="solid"/>
          </a:ln>
        </p:spPr>
      </p:sp>
      <p:sp>
        <p:nvSpPr>
          <p:cNvPr id="13" name="full-9"/>
          <p:cNvSpPr>
            <a:spLocks noGrp="1"/>
          </p:cNvSpPr>
          <p:nvPr/>
        </p:nvSpPr>
        <p:spPr>
          <a:xfrm>
            <a:off x="11220450" y="133350"/>
            <a:ext cx="5791200" cy="941070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1430">
            <a:solidFill>
              <a:srgbClr val="E58A37"/>
            </a:solidFill>
            <a:prstDash val="solid"/>
          </a:ln>
        </p:spPr>
      </p:sp>
      <p:sp>
        <p:nvSpPr>
          <p:cNvPr id="14" name="wash-header-3"/>
          <p:cNvSpPr>
            <a:spLocks noGrp="1"/>
          </p:cNvSpPr>
          <p:nvPr/>
        </p:nvSpPr>
        <p:spPr>
          <a:xfrm>
            <a:off x="11229975" y="142875"/>
            <a:ext cx="5772150" cy="809625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FFF5ED"/>
              </a:gs>
              <a:gs pos="100000">
                <a:srgbClr val="FFF3E9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15" name="badge-3"/>
          <p:cNvSpPr>
            <a:spLocks noGrp="1"/>
          </p:cNvSpPr>
          <p:nvPr/>
        </p:nvSpPr>
        <p:spPr>
          <a:xfrm>
            <a:off x="11391900" y="266700"/>
            <a:ext cx="590550" cy="590550"/>
          </a:xfrm>
          <a:prstGeom prst="ellipse">
            <a:avLst/>
          </a:prstGeom>
          <a:gradFill rotWithShape="1">
            <a:gsLst>
              <a:gs pos="0">
                <a:srgbClr val="EAA15F"/>
              </a:gs>
              <a:gs pos="100000">
                <a:srgbClr val="E58A37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16" name="full-10"/>
          <p:cNvSpPr>
            <a:spLocks noGrp="1"/>
          </p:cNvSpPr>
          <p:nvPr/>
        </p:nvSpPr>
        <p:spPr>
          <a:xfrm>
            <a:off x="11391900" y="295275"/>
            <a:ext cx="5905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300"/>
            </a:defPPr>
            <a:lvl1pPr algn="ctr">
              <a:defRPr sz="3300"/>
            </a:lvl1pPr>
            <a:lvl2pPr algn="ctr">
              <a:defRPr sz="3300"/>
            </a:lvl2pPr>
            <a:lvl3pPr algn="ctr">
              <a:defRPr sz="3300"/>
            </a:lvl3pPr>
            <a:lvl4pPr algn="ctr">
              <a:defRPr sz="3300"/>
            </a:lvl4pPr>
            <a:lvl5pPr algn="ctr">
              <a:defRPr sz="3300"/>
            </a:lvl5pPr>
            <a:lvl6pPr algn="ctr">
              <a:defRPr sz="3300"/>
            </a:lvl6pPr>
            <a:lvl7pPr algn="ctr">
              <a:defRPr sz="3300"/>
            </a:lvl7pPr>
            <a:lvl8pPr algn="ctr">
              <a:defRPr sz="3300"/>
            </a:lvl8pPr>
            <a:lvl9pPr algn="ctr">
              <a:defRPr sz="3300"/>
            </a:lvl9pPr>
          </a:lstStyle>
          <a:p>
            <a:pPr algn="ctr">
              <a:defRPr sz="3300"/>
            </a:pPr>
            <a:r>
              <a:rPr lang="en-US" altLang="zh-CN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endParaRPr sz="3300" b="1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full-11"/>
          <p:cNvSpPr>
            <a:spLocks noGrp="1"/>
          </p:cNvSpPr>
          <p:nvPr/>
        </p:nvSpPr>
        <p:spPr>
          <a:xfrm>
            <a:off x="12068175" y="352425"/>
            <a:ext cx="48482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TAGCN 编码与邻域聚合（K = 2）</a:t>
            </a:r>
            <a:endParaRPr sz="2325" b="1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8" name="full-12"/>
          <p:cNvSpPr>
            <a:spLocks noGrp="1"/>
          </p:cNvSpPr>
          <p:nvPr/>
        </p:nvSpPr>
        <p:spPr>
          <a:xfrm>
            <a:off x="11229975" y="952500"/>
            <a:ext cx="5772150" cy="0"/>
          </a:xfrm>
          <a:prstGeom prst="line">
            <a:avLst/>
          </a:prstGeom>
          <a:noFill/>
          <a:ln w="7620">
            <a:solidFill>
              <a:srgbClr val="FFF3E9"/>
            </a:solidFill>
            <a:prstDash val="solid"/>
          </a:ln>
        </p:spPr>
      </p:sp>
      <p:sp>
        <p:nvSpPr>
          <p:cNvPr id="19" name="full-13"/>
          <p:cNvSpPr>
            <a:spLocks noGrp="1"/>
          </p:cNvSpPr>
          <p:nvPr/>
        </p:nvSpPr>
        <p:spPr>
          <a:xfrm>
            <a:off x="304800" y="1095375"/>
            <a:ext cx="55626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(1) </a:t>
            </a:r>
            <a:r>
              <a:rPr sz="1950" b="1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双向流的报文序列输入（按时间顺序</a:t>
            </a:r>
            <a:r>
              <a:rPr sz="1950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）</a:t>
            </a:r>
            <a:endParaRPr sz="1950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0" name="full-14"/>
          <p:cNvSpPr>
            <a:spLocks noGrp="1"/>
          </p:cNvSpPr>
          <p:nvPr/>
        </p:nvSpPr>
        <p:spPr>
          <a:xfrm>
            <a:off x="342900" y="1619250"/>
            <a:ext cx="2143125" cy="17145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EFF7FE"/>
              </a:gs>
              <a:gs pos="100000">
                <a:srgbClr val="EBF5FE"/>
              </a:gs>
            </a:gsLst>
            <a:lin ang="5400000" scaled="0"/>
          </a:gradFill>
          <a:ln w="6668">
            <a:solidFill>
              <a:srgbClr val="C3DCF2"/>
            </a:solidFill>
            <a:prstDash val="solid"/>
          </a:ln>
        </p:spPr>
      </p:sp>
      <p:sp>
        <p:nvSpPr>
          <p:cNvPr id="21" name="full-15"/>
          <p:cNvSpPr>
            <a:spLocks noGrp="1"/>
          </p:cNvSpPr>
          <p:nvPr/>
        </p:nvSpPr>
        <p:spPr>
          <a:xfrm>
            <a:off x="3638550" y="1619250"/>
            <a:ext cx="2143125" cy="17145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FFF3F1"/>
              </a:gs>
              <a:gs pos="100000">
                <a:srgbClr val="FFF0EE"/>
              </a:gs>
            </a:gsLst>
            <a:lin ang="5400000" scaled="0"/>
          </a:gradFill>
          <a:ln w="6668">
            <a:solidFill>
              <a:srgbClr val="F2D6D1"/>
            </a:solidFill>
            <a:prstDash val="solid"/>
          </a:ln>
        </p:spPr>
      </p:sp>
      <p:sp>
        <p:nvSpPr>
          <p:cNvPr id="22" name="full-16"/>
          <p:cNvSpPr>
            <a:spLocks noGrp="1"/>
          </p:cNvSpPr>
          <p:nvPr/>
        </p:nvSpPr>
        <p:spPr>
          <a:xfrm>
            <a:off x="400050" y="1762125"/>
            <a:ext cx="2028825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客户端（正向 +）</a:t>
            </a:r>
            <a:endParaRPr sz="1725" b="1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3" name="full-17"/>
          <p:cNvSpPr>
            <a:spLocks noGrp="1"/>
          </p:cNvSpPr>
          <p:nvPr/>
        </p:nvSpPr>
        <p:spPr>
          <a:xfrm>
            <a:off x="3695700" y="1762125"/>
            <a:ext cx="2028825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 err="1">
                <a:solidFill>
                  <a:srgbClr val="C95148"/>
                </a:solidFill>
                <a:latin typeface="宋体"/>
                <a:ea typeface="宋体"/>
                <a:cs typeface="宋体"/>
              </a:rPr>
              <a:t>服务器（反向</a:t>
            </a:r>
            <a:r>
              <a:rPr sz="1725" b="1" dirty="0">
                <a:solidFill>
                  <a:srgbClr val="C95148"/>
                </a:solidFill>
                <a:latin typeface="宋体"/>
                <a:ea typeface="宋体"/>
                <a:cs typeface="宋体"/>
              </a:rPr>
              <a:t> −）</a:t>
            </a:r>
            <a:endParaRPr sz="1725" b="1" dirty="0">
              <a:solidFill>
                <a:srgbClr val="C95148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4" name="full-18"/>
          <p:cNvSpPr>
            <a:spLocks noGrp="1"/>
          </p:cNvSpPr>
          <p:nvPr/>
        </p:nvSpPr>
        <p:spPr>
          <a:xfrm>
            <a:off x="962025" y="2266950"/>
            <a:ext cx="847725" cy="619125"/>
          </a:xfrm>
          <a:prstGeom prst="roundRect">
            <a:avLst>
              <a:gd name="adj" fmla="val 18462"/>
            </a:avLst>
          </a:prstGeom>
          <a:gradFill rotWithShape="1">
            <a:gsLst>
              <a:gs pos="0">
                <a:srgbClr val="C6E1F5"/>
              </a:gs>
              <a:gs pos="100000">
                <a:srgbClr val="B8D9F3"/>
              </a:gs>
            </a:gsLst>
            <a:lin ang="5400000" scaled="0"/>
          </a:gradFill>
          <a:ln w="19050">
            <a:solidFill>
              <a:srgbClr val="2474BD"/>
            </a:solidFill>
            <a:prstDash val="solid"/>
          </a:ln>
        </p:spPr>
      </p:sp>
      <p:sp>
        <p:nvSpPr>
          <p:cNvPr id="25" name="full-19"/>
          <p:cNvSpPr>
            <a:spLocks noGrp="1"/>
          </p:cNvSpPr>
          <p:nvPr/>
        </p:nvSpPr>
        <p:spPr>
          <a:xfrm>
            <a:off x="1019175" y="2324100"/>
            <a:ext cx="733425" cy="466725"/>
          </a:xfrm>
          <a:prstGeom prst="rect">
            <a:avLst/>
          </a:prstGeom>
          <a:solidFill>
            <a:srgbClr val="E9F7FF"/>
          </a:solidFill>
          <a:ln w="9525">
            <a:solidFill>
              <a:srgbClr val="77ADE1"/>
            </a:solidFill>
            <a:prstDash val="solid"/>
          </a:ln>
        </p:spPr>
      </p:sp>
      <p:sp>
        <p:nvSpPr>
          <p:cNvPr id="26" name="full-20"/>
          <p:cNvSpPr>
            <a:spLocks noGrp="1"/>
          </p:cNvSpPr>
          <p:nvPr/>
        </p:nvSpPr>
        <p:spPr>
          <a:xfrm>
            <a:off x="847725" y="2924175"/>
            <a:ext cx="1076325" cy="123825"/>
          </a:xfrm>
          <a:prstGeom prst="trapezoid">
            <a:avLst/>
          </a:prstGeom>
          <a:solidFill>
            <a:srgbClr val="88B7DD"/>
          </a:solidFill>
          <a:ln w="14288">
            <a:solidFill>
              <a:srgbClr val="2474BD"/>
            </a:solidFill>
            <a:prstDash val="solid"/>
          </a:ln>
        </p:spPr>
      </p:sp>
      <p:sp>
        <p:nvSpPr>
          <p:cNvPr id="27" name="full-21"/>
          <p:cNvSpPr>
            <a:spLocks noGrp="1"/>
          </p:cNvSpPr>
          <p:nvPr/>
        </p:nvSpPr>
        <p:spPr>
          <a:xfrm>
            <a:off x="1257300" y="2943225"/>
            <a:ext cx="247650" cy="38100"/>
          </a:xfrm>
          <a:prstGeom prst="rect">
            <a:avLst/>
          </a:prstGeom>
          <a:solidFill>
            <a:srgbClr val="D5E9F7"/>
          </a:solidFill>
          <a:ln w="9525">
            <a:noFill/>
            <a:prstDash val="solid"/>
          </a:ln>
        </p:spPr>
      </p:sp>
      <p:sp>
        <p:nvSpPr>
          <p:cNvPr id="28" name="full-22"/>
          <p:cNvSpPr>
            <a:spLocks noGrp="1"/>
          </p:cNvSpPr>
          <p:nvPr/>
        </p:nvSpPr>
        <p:spPr>
          <a:xfrm>
            <a:off x="4305300" y="2238375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29" name="full-23"/>
          <p:cNvSpPr>
            <a:spLocks noGrp="1"/>
          </p:cNvSpPr>
          <p:nvPr/>
        </p:nvSpPr>
        <p:spPr>
          <a:xfrm>
            <a:off x="4381500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0" name="full-24"/>
          <p:cNvSpPr>
            <a:spLocks noGrp="1"/>
          </p:cNvSpPr>
          <p:nvPr/>
        </p:nvSpPr>
        <p:spPr>
          <a:xfrm>
            <a:off x="4429125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1" name="full-25"/>
          <p:cNvSpPr>
            <a:spLocks noGrp="1"/>
          </p:cNvSpPr>
          <p:nvPr/>
        </p:nvSpPr>
        <p:spPr>
          <a:xfrm>
            <a:off x="4476750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2" name="full-26"/>
          <p:cNvSpPr>
            <a:spLocks noGrp="1"/>
          </p:cNvSpPr>
          <p:nvPr/>
        </p:nvSpPr>
        <p:spPr>
          <a:xfrm>
            <a:off x="4524375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3" name="full-27"/>
          <p:cNvSpPr>
            <a:spLocks noGrp="1"/>
          </p:cNvSpPr>
          <p:nvPr/>
        </p:nvSpPr>
        <p:spPr>
          <a:xfrm>
            <a:off x="5000625" y="2314575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34" name="full-28"/>
          <p:cNvSpPr>
            <a:spLocks noGrp="1"/>
          </p:cNvSpPr>
          <p:nvPr/>
        </p:nvSpPr>
        <p:spPr>
          <a:xfrm>
            <a:off x="4305300" y="2514600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35" name="full-29"/>
          <p:cNvSpPr>
            <a:spLocks noGrp="1"/>
          </p:cNvSpPr>
          <p:nvPr/>
        </p:nvSpPr>
        <p:spPr>
          <a:xfrm>
            <a:off x="4381500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6" name="full-30"/>
          <p:cNvSpPr>
            <a:spLocks noGrp="1"/>
          </p:cNvSpPr>
          <p:nvPr/>
        </p:nvSpPr>
        <p:spPr>
          <a:xfrm>
            <a:off x="4429125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7" name="full-31"/>
          <p:cNvSpPr>
            <a:spLocks noGrp="1"/>
          </p:cNvSpPr>
          <p:nvPr/>
        </p:nvSpPr>
        <p:spPr>
          <a:xfrm>
            <a:off x="4476750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8" name="full-32"/>
          <p:cNvSpPr>
            <a:spLocks noGrp="1"/>
          </p:cNvSpPr>
          <p:nvPr/>
        </p:nvSpPr>
        <p:spPr>
          <a:xfrm>
            <a:off x="4524375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9" name="full-33"/>
          <p:cNvSpPr>
            <a:spLocks noGrp="1"/>
          </p:cNvSpPr>
          <p:nvPr/>
        </p:nvSpPr>
        <p:spPr>
          <a:xfrm>
            <a:off x="5000625" y="2590800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40" name="full-34"/>
          <p:cNvSpPr>
            <a:spLocks noGrp="1"/>
          </p:cNvSpPr>
          <p:nvPr/>
        </p:nvSpPr>
        <p:spPr>
          <a:xfrm>
            <a:off x="4305300" y="2790825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41" name="full-35"/>
          <p:cNvSpPr>
            <a:spLocks noGrp="1"/>
          </p:cNvSpPr>
          <p:nvPr/>
        </p:nvSpPr>
        <p:spPr>
          <a:xfrm>
            <a:off x="4381500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2" name="full-36"/>
          <p:cNvSpPr>
            <a:spLocks noGrp="1"/>
          </p:cNvSpPr>
          <p:nvPr/>
        </p:nvSpPr>
        <p:spPr>
          <a:xfrm>
            <a:off x="4429125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3" name="full-37"/>
          <p:cNvSpPr>
            <a:spLocks noGrp="1"/>
          </p:cNvSpPr>
          <p:nvPr/>
        </p:nvSpPr>
        <p:spPr>
          <a:xfrm>
            <a:off x="4476750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4" name="full-38"/>
          <p:cNvSpPr>
            <a:spLocks noGrp="1"/>
          </p:cNvSpPr>
          <p:nvPr/>
        </p:nvSpPr>
        <p:spPr>
          <a:xfrm>
            <a:off x="4524375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5" name="full-39"/>
          <p:cNvSpPr>
            <a:spLocks noGrp="1"/>
          </p:cNvSpPr>
          <p:nvPr/>
        </p:nvSpPr>
        <p:spPr>
          <a:xfrm>
            <a:off x="5000625" y="2867025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46" name="full-40"/>
          <p:cNvSpPr>
            <a:spLocks noGrp="1"/>
          </p:cNvSpPr>
          <p:nvPr/>
        </p:nvSpPr>
        <p:spPr>
          <a:xfrm>
            <a:off x="2514600" y="2066925"/>
            <a:ext cx="1095375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/>
            </a:defPPr>
            <a:lvl1pPr algn="ctr">
              <a:defRPr sz="1575"/>
            </a:lvl1pPr>
            <a:lvl2pPr algn="ctr">
              <a:defRPr sz="1575"/>
            </a:lvl2pPr>
            <a:lvl3pPr algn="ctr">
              <a:defRPr sz="1575"/>
            </a:lvl3pPr>
            <a:lvl4pPr algn="ctr">
              <a:defRPr sz="1575"/>
            </a:lvl4pPr>
            <a:lvl5pPr algn="ctr">
              <a:defRPr sz="1575"/>
            </a:lvl5pPr>
            <a:lvl6pPr algn="ctr">
              <a:defRPr sz="1575"/>
            </a:lvl6pPr>
            <a:lvl7pPr algn="ctr">
              <a:defRPr sz="1575"/>
            </a:lvl7pPr>
            <a:lvl8pPr algn="ctr">
              <a:defRPr sz="1575"/>
            </a:lvl8pPr>
            <a:lvl9pPr algn="ctr">
              <a:defRPr sz="1575"/>
            </a:lvl9pPr>
          </a:lstStyle>
          <a:p>
            <a:pPr algn="ctr">
              <a:defRPr sz="1575"/>
            </a:pPr>
            <a:r>
              <a:rPr sz="1575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加密双向流</a:t>
            </a:r>
            <a:endParaRPr sz="1575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47" name="full-41"/>
          <p:cNvSpPr>
            <a:spLocks noGrp="1"/>
          </p:cNvSpPr>
          <p:nvPr/>
        </p:nvSpPr>
        <p:spPr>
          <a:xfrm>
            <a:off x="2638425" y="2524125"/>
            <a:ext cx="800100" cy="0"/>
          </a:xfrm>
          <a:prstGeom prst="line">
            <a:avLst/>
          </a:prstGeom>
          <a:noFill/>
          <a:ln w="21908">
            <a:solidFill>
              <a:srgbClr val="2474BD"/>
            </a:solidFill>
            <a:prstDash val="solid"/>
          </a:ln>
        </p:spPr>
      </p:sp>
      <p:sp>
        <p:nvSpPr>
          <p:cNvPr id="48" name="full-42"/>
          <p:cNvSpPr>
            <a:spLocks noGrp="1"/>
          </p:cNvSpPr>
          <p:nvPr/>
        </p:nvSpPr>
        <p:spPr>
          <a:xfrm rot="5400000">
            <a:off x="3429000" y="2466975"/>
            <a:ext cx="114300" cy="114300"/>
          </a:xfrm>
          <a:prstGeom prst="triangle">
            <a:avLst/>
          </a:prstGeom>
          <a:solidFill>
            <a:srgbClr val="2474BD"/>
          </a:solidFill>
          <a:ln w="9525">
            <a:noFill/>
            <a:prstDash val="solid"/>
          </a:ln>
        </p:spPr>
      </p:sp>
      <p:sp>
        <p:nvSpPr>
          <p:cNvPr id="49" name="full-43"/>
          <p:cNvSpPr>
            <a:spLocks noGrp="1"/>
          </p:cNvSpPr>
          <p:nvPr/>
        </p:nvSpPr>
        <p:spPr>
          <a:xfrm>
            <a:off x="2686050" y="2895600"/>
            <a:ext cx="800100" cy="0"/>
          </a:xfrm>
          <a:prstGeom prst="line">
            <a:avLst/>
          </a:prstGeom>
          <a:noFill/>
          <a:ln w="21908">
            <a:solidFill>
              <a:srgbClr val="C95148"/>
            </a:solidFill>
            <a:prstDash val="solid"/>
          </a:ln>
        </p:spPr>
      </p:sp>
      <p:sp>
        <p:nvSpPr>
          <p:cNvPr id="50" name="full-44"/>
          <p:cNvSpPr>
            <a:spLocks noGrp="1"/>
          </p:cNvSpPr>
          <p:nvPr/>
        </p:nvSpPr>
        <p:spPr>
          <a:xfrm rot="16200000">
            <a:off x="2581275" y="2838450"/>
            <a:ext cx="114300" cy="114300"/>
          </a:xfrm>
          <a:prstGeom prst="triangle">
            <a:avLst/>
          </a:prstGeom>
          <a:solidFill>
            <a:srgbClr val="C95148"/>
          </a:solidFill>
          <a:ln w="9525">
            <a:noFill/>
            <a:prstDash val="solid"/>
          </a:ln>
        </p:spPr>
      </p:sp>
      <p:sp>
        <p:nvSpPr>
          <p:cNvPr id="51" name="full-45"/>
          <p:cNvSpPr>
            <a:spLocks noGrp="1"/>
          </p:cNvSpPr>
          <p:nvPr/>
        </p:nvSpPr>
        <p:spPr>
          <a:xfrm>
            <a:off x="323850" y="3619500"/>
            <a:ext cx="5486400" cy="0"/>
          </a:xfrm>
          <a:prstGeom prst="line">
            <a:avLst/>
          </a:prstGeom>
          <a:noFill/>
          <a:ln w="9525">
            <a:solidFill>
              <a:srgbClr val="CCDDED"/>
            </a:solidFill>
            <a:prstDash val="solid"/>
          </a:ln>
        </p:spPr>
      </p:sp>
      <p:sp>
        <p:nvSpPr>
          <p:cNvPr id="52" name="full-46"/>
          <p:cNvSpPr>
            <a:spLocks noGrp="1"/>
          </p:cNvSpPr>
          <p:nvPr/>
        </p:nvSpPr>
        <p:spPr>
          <a:xfrm>
            <a:off x="-808823" y="3714749"/>
            <a:ext cx="55626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(2) </a:t>
            </a:r>
            <a:r>
              <a:rPr sz="1950" b="1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按方向划分burst</a:t>
            </a:r>
            <a:endParaRPr sz="1950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3" name="full-47"/>
          <p:cNvSpPr>
            <a:spLocks noGrp="1"/>
          </p:cNvSpPr>
          <p:nvPr/>
        </p:nvSpPr>
        <p:spPr>
          <a:xfrm>
            <a:off x="314325" y="4248150"/>
            <a:ext cx="2095500" cy="1590675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F1F9FE"/>
              </a:gs>
              <a:gs pos="100000">
                <a:srgbClr val="EEF7FE"/>
              </a:gs>
            </a:gsLst>
            <a:lin ang="5400000" scaled="0"/>
          </a:gradFill>
          <a:ln w="8573">
            <a:solidFill>
              <a:srgbClr val="2474BD"/>
            </a:solidFill>
            <a:prstDash val="dash"/>
          </a:ln>
        </p:spPr>
      </p:sp>
      <p:sp>
        <p:nvSpPr>
          <p:cNvPr id="54" name="full-48"/>
          <p:cNvSpPr>
            <a:spLocks noGrp="1"/>
          </p:cNvSpPr>
          <p:nvPr/>
        </p:nvSpPr>
        <p:spPr>
          <a:xfrm>
            <a:off x="342900" y="4391025"/>
            <a:ext cx="20383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B₁（</a:t>
            </a:r>
            <a:r>
              <a:rPr sz="1725" b="1" dirty="0" err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正向</a:t>
            </a:r>
            <a:r>
              <a:rPr sz="1725" b="1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）</a:t>
            </a:r>
            <a:endParaRPr sz="1725" b="1" dirty="0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5" name="full-49"/>
          <p:cNvSpPr>
            <a:spLocks noGrp="1"/>
          </p:cNvSpPr>
          <p:nvPr/>
        </p:nvSpPr>
        <p:spPr>
          <a:xfrm>
            <a:off x="342900" y="4733925"/>
            <a:ext cx="20383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3个报文</a:t>
            </a:r>
            <a:endParaRPr sz="1725" b="0" dirty="0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6" name="full-50"/>
          <p:cNvSpPr>
            <a:spLocks noGrp="1"/>
          </p:cNvSpPr>
          <p:nvPr/>
        </p:nvSpPr>
        <p:spPr>
          <a:xfrm>
            <a:off x="2524125" y="4248150"/>
            <a:ext cx="1619250" cy="1590675"/>
          </a:xfrm>
          <a:prstGeom prst="roundRect">
            <a:avLst>
              <a:gd name="adj" fmla="val 7059"/>
            </a:avLst>
          </a:prstGeom>
          <a:gradFill rotWithShape="1">
            <a:gsLst>
              <a:gs pos="0">
                <a:srgbClr val="FFF3F1"/>
              </a:gs>
              <a:gs pos="100000">
                <a:srgbClr val="FFF0ED"/>
              </a:gs>
            </a:gsLst>
            <a:lin ang="5400000" scaled="0"/>
          </a:gradFill>
          <a:ln w="8573">
            <a:solidFill>
              <a:srgbClr val="C95148"/>
            </a:solidFill>
            <a:prstDash val="dash"/>
          </a:ln>
        </p:spPr>
      </p:sp>
      <p:sp>
        <p:nvSpPr>
          <p:cNvPr id="57" name="full-51"/>
          <p:cNvSpPr>
            <a:spLocks noGrp="1"/>
          </p:cNvSpPr>
          <p:nvPr/>
        </p:nvSpPr>
        <p:spPr>
          <a:xfrm>
            <a:off x="2552700" y="4391025"/>
            <a:ext cx="15621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>
                <a:solidFill>
                  <a:srgbClr val="C95148"/>
                </a:solidFill>
                <a:latin typeface="宋体"/>
                <a:ea typeface="宋体"/>
                <a:cs typeface="宋体"/>
              </a:rPr>
              <a:t>B₂（</a:t>
            </a:r>
            <a:r>
              <a:rPr sz="1725" b="1" dirty="0" err="1">
                <a:solidFill>
                  <a:srgbClr val="C95148"/>
                </a:solidFill>
                <a:latin typeface="宋体"/>
                <a:ea typeface="宋体"/>
                <a:cs typeface="宋体"/>
              </a:rPr>
              <a:t>反向</a:t>
            </a:r>
            <a:r>
              <a:rPr sz="1725" b="1" dirty="0">
                <a:solidFill>
                  <a:srgbClr val="C95148"/>
                </a:solidFill>
                <a:latin typeface="宋体"/>
                <a:ea typeface="宋体"/>
                <a:cs typeface="宋体"/>
              </a:rPr>
              <a:t>）</a:t>
            </a:r>
            <a:endParaRPr sz="1725" b="1" dirty="0">
              <a:solidFill>
                <a:srgbClr val="C95148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8" name="full-52"/>
          <p:cNvSpPr>
            <a:spLocks noGrp="1"/>
          </p:cNvSpPr>
          <p:nvPr/>
        </p:nvSpPr>
        <p:spPr>
          <a:xfrm>
            <a:off x="2552700" y="4733925"/>
            <a:ext cx="1562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C95148"/>
                </a:solidFill>
                <a:latin typeface="宋体"/>
                <a:ea typeface="宋体"/>
                <a:cs typeface="宋体"/>
              </a:rPr>
              <a:t>2个报文</a:t>
            </a:r>
            <a:endParaRPr sz="1725" b="0" dirty="0">
              <a:solidFill>
                <a:srgbClr val="C95148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59" name="full-53"/>
          <p:cNvSpPr>
            <a:spLocks noGrp="1"/>
          </p:cNvSpPr>
          <p:nvPr/>
        </p:nvSpPr>
        <p:spPr>
          <a:xfrm>
            <a:off x="4257675" y="4248150"/>
            <a:ext cx="1619250" cy="1590674"/>
          </a:xfrm>
          <a:prstGeom prst="roundRect">
            <a:avLst>
              <a:gd name="adj" fmla="val 7059"/>
            </a:avLst>
          </a:prstGeom>
          <a:gradFill rotWithShape="1">
            <a:gsLst>
              <a:gs pos="0">
                <a:srgbClr val="F1F9FE"/>
              </a:gs>
              <a:gs pos="100000">
                <a:srgbClr val="EEF7FE"/>
              </a:gs>
            </a:gsLst>
            <a:lin ang="5400000" scaled="0"/>
          </a:gradFill>
          <a:ln w="8573">
            <a:solidFill>
              <a:srgbClr val="2474BD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" name="full-54"/>
          <p:cNvSpPr>
            <a:spLocks noGrp="1"/>
          </p:cNvSpPr>
          <p:nvPr/>
        </p:nvSpPr>
        <p:spPr>
          <a:xfrm>
            <a:off x="4286250" y="4391025"/>
            <a:ext cx="15621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B₃（正向）</a:t>
            </a:r>
            <a:endParaRPr sz="1725" b="1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1" name="full-55"/>
          <p:cNvSpPr>
            <a:spLocks noGrp="1"/>
          </p:cNvSpPr>
          <p:nvPr/>
        </p:nvSpPr>
        <p:spPr>
          <a:xfrm>
            <a:off x="4286250" y="4733925"/>
            <a:ext cx="1562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2个报文</a:t>
            </a:r>
            <a:endParaRPr sz="1725" b="0" dirty="0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2" name="full-56"/>
          <p:cNvSpPr>
            <a:spLocks noGrp="1"/>
          </p:cNvSpPr>
          <p:nvPr/>
        </p:nvSpPr>
        <p:spPr>
          <a:xfrm>
            <a:off x="856750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63" name="full-57"/>
          <p:cNvSpPr>
            <a:spLocks noGrp="1"/>
          </p:cNvSpPr>
          <p:nvPr/>
        </p:nvSpPr>
        <p:spPr>
          <a:xfrm rot="5400000">
            <a:off x="99922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65" name="full-58"/>
          <p:cNvSpPr>
            <a:spLocks noGrp="1"/>
          </p:cNvSpPr>
          <p:nvPr/>
        </p:nvSpPr>
        <p:spPr>
          <a:xfrm>
            <a:off x="428625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p₁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full-59"/>
          <p:cNvSpPr>
            <a:spLocks noGrp="1"/>
          </p:cNvSpPr>
          <p:nvPr/>
        </p:nvSpPr>
        <p:spPr>
          <a:xfrm>
            <a:off x="1599999" y="5248275"/>
            <a:ext cx="23812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67" name="full-60"/>
          <p:cNvSpPr>
            <a:spLocks noGrp="1"/>
          </p:cNvSpPr>
          <p:nvPr/>
        </p:nvSpPr>
        <p:spPr>
          <a:xfrm rot="5400000">
            <a:off x="1771350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69" name="full-61"/>
          <p:cNvSpPr>
            <a:spLocks noGrp="1"/>
          </p:cNvSpPr>
          <p:nvPr/>
        </p:nvSpPr>
        <p:spPr>
          <a:xfrm>
            <a:off x="1143000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p₂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0" name="full-62"/>
          <p:cNvSpPr>
            <a:spLocks noGrp="1"/>
          </p:cNvSpPr>
          <p:nvPr/>
        </p:nvSpPr>
        <p:spPr>
          <a:xfrm>
            <a:off x="2333625" y="5248275"/>
            <a:ext cx="33337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71" name="full-63"/>
          <p:cNvSpPr>
            <a:spLocks noGrp="1"/>
          </p:cNvSpPr>
          <p:nvPr/>
        </p:nvSpPr>
        <p:spPr>
          <a:xfrm rot="5400000">
            <a:off x="2628600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73" name="full-64"/>
          <p:cNvSpPr>
            <a:spLocks noGrp="1"/>
          </p:cNvSpPr>
          <p:nvPr/>
        </p:nvSpPr>
        <p:spPr>
          <a:xfrm>
            <a:off x="1857375" y="536257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p₃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7" name="full-67"/>
          <p:cNvSpPr>
            <a:spLocks noGrp="1"/>
          </p:cNvSpPr>
          <p:nvPr/>
        </p:nvSpPr>
        <p:spPr>
          <a:xfrm>
            <a:off x="2742900" y="536257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p₄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full-68"/>
          <p:cNvSpPr>
            <a:spLocks noGrp="1"/>
          </p:cNvSpPr>
          <p:nvPr/>
        </p:nvSpPr>
        <p:spPr>
          <a:xfrm>
            <a:off x="3905250" y="5248275"/>
            <a:ext cx="3810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79" name="full-69"/>
          <p:cNvSpPr>
            <a:spLocks noGrp="1"/>
          </p:cNvSpPr>
          <p:nvPr/>
        </p:nvSpPr>
        <p:spPr>
          <a:xfrm rot="5400000">
            <a:off x="427672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81" name="full-70"/>
          <p:cNvSpPr>
            <a:spLocks noGrp="1"/>
          </p:cNvSpPr>
          <p:nvPr/>
        </p:nvSpPr>
        <p:spPr>
          <a:xfrm>
            <a:off x="3533976" y="538162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p₅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full-71"/>
          <p:cNvSpPr>
            <a:spLocks noGrp="1"/>
          </p:cNvSpPr>
          <p:nvPr/>
        </p:nvSpPr>
        <p:spPr>
          <a:xfrm>
            <a:off x="4916000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83" name="full-72"/>
          <p:cNvSpPr>
            <a:spLocks noGrp="1"/>
          </p:cNvSpPr>
          <p:nvPr/>
        </p:nvSpPr>
        <p:spPr>
          <a:xfrm rot="5400000">
            <a:off x="509697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85" name="full-73"/>
          <p:cNvSpPr>
            <a:spLocks noGrp="1"/>
          </p:cNvSpPr>
          <p:nvPr/>
        </p:nvSpPr>
        <p:spPr>
          <a:xfrm>
            <a:off x="4458201" y="5362573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p₆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full-74"/>
          <p:cNvSpPr>
            <a:spLocks noGrp="1"/>
          </p:cNvSpPr>
          <p:nvPr/>
        </p:nvSpPr>
        <p:spPr>
          <a:xfrm>
            <a:off x="5219700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p₇</a:t>
            </a:r>
            <a:endParaRPr sz="2100" b="0" dirty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8" name="full-75"/>
          <p:cNvSpPr>
            <a:spLocks noGrp="1"/>
          </p:cNvSpPr>
          <p:nvPr/>
        </p:nvSpPr>
        <p:spPr>
          <a:xfrm>
            <a:off x="429427" y="6142021"/>
            <a:ext cx="4933950" cy="0"/>
          </a:xfrm>
          <a:prstGeom prst="line">
            <a:avLst/>
          </a:prstGeom>
          <a:noFill/>
          <a:ln w="15240">
            <a:solidFill>
              <a:srgbClr val="29486E"/>
            </a:solidFill>
            <a:prstDash val="solid"/>
          </a:ln>
        </p:spPr>
      </p:sp>
      <p:sp>
        <p:nvSpPr>
          <p:cNvPr id="89" name="full-76"/>
          <p:cNvSpPr>
            <a:spLocks noGrp="1"/>
          </p:cNvSpPr>
          <p:nvPr/>
        </p:nvSpPr>
        <p:spPr>
          <a:xfrm rot="5400000">
            <a:off x="5334601" y="6081611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90" name="full-77"/>
          <p:cNvSpPr>
            <a:spLocks noGrp="1"/>
          </p:cNvSpPr>
          <p:nvPr/>
        </p:nvSpPr>
        <p:spPr>
          <a:xfrm>
            <a:off x="5038725" y="6362700"/>
            <a:ext cx="800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时间</a:t>
            </a:r>
            <a:r>
              <a:rPr sz="16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 t</a:t>
            </a:r>
            <a:endParaRPr sz="1650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1" name="full-78"/>
          <p:cNvSpPr>
            <a:spLocks noGrp="1"/>
          </p:cNvSpPr>
          <p:nvPr/>
        </p:nvSpPr>
        <p:spPr>
          <a:xfrm>
            <a:off x="323850" y="6753225"/>
            <a:ext cx="5486400" cy="0"/>
          </a:xfrm>
          <a:prstGeom prst="line">
            <a:avLst/>
          </a:prstGeom>
          <a:noFill/>
          <a:ln w="9525">
            <a:solidFill>
              <a:srgbClr val="D4E0EC"/>
            </a:solidFill>
            <a:prstDash val="solid"/>
          </a:ln>
        </p:spPr>
      </p:sp>
      <p:sp>
        <p:nvSpPr>
          <p:cNvPr id="92" name="full-79"/>
          <p:cNvSpPr>
            <a:spLocks noGrp="1"/>
          </p:cNvSpPr>
          <p:nvPr/>
        </p:nvSpPr>
        <p:spPr>
          <a:xfrm>
            <a:off x="-128588" y="6838950"/>
            <a:ext cx="5591175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(3) 每个报文的节点特征（7维）</a:t>
            </a:r>
            <a:endParaRPr sz="1950" b="1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3" name="full-80"/>
          <p:cNvSpPr>
            <a:spLocks noGrp="1"/>
          </p:cNvSpPr>
          <p:nvPr/>
        </p:nvSpPr>
        <p:spPr>
          <a:xfrm>
            <a:off x="3238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FF3F0"/>
              </a:gs>
              <a:gs pos="100000">
                <a:srgbClr val="FFF0EC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4" name="full-81"/>
          <p:cNvSpPr>
            <a:spLocks noGrp="1"/>
          </p:cNvSpPr>
          <p:nvPr/>
        </p:nvSpPr>
        <p:spPr>
          <a:xfrm>
            <a:off x="3333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方向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5" name="full-82"/>
          <p:cNvSpPr>
            <a:spLocks noGrp="1"/>
          </p:cNvSpPr>
          <p:nvPr/>
        </p:nvSpPr>
        <p:spPr>
          <a:xfrm>
            <a:off x="11049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9FF"/>
              </a:gs>
              <a:gs pos="100000">
                <a:srgbClr val="EFF7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6" name="full-83"/>
          <p:cNvSpPr>
            <a:spLocks noGrp="1"/>
          </p:cNvSpPr>
          <p:nvPr/>
        </p:nvSpPr>
        <p:spPr>
          <a:xfrm>
            <a:off x="11144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报文</a:t>
            </a:r>
            <a:b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长度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7" name="full-84"/>
          <p:cNvSpPr>
            <a:spLocks noGrp="1"/>
          </p:cNvSpPr>
          <p:nvPr/>
        </p:nvSpPr>
        <p:spPr>
          <a:xfrm>
            <a:off x="18859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0F9F9"/>
              </a:gs>
              <a:gs pos="100000">
                <a:srgbClr val="ECF8F8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8" name="full-85"/>
          <p:cNvSpPr>
            <a:spLocks noGrp="1"/>
          </p:cNvSpPr>
          <p:nvPr/>
        </p:nvSpPr>
        <p:spPr>
          <a:xfrm>
            <a:off x="18954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相对</a:t>
            </a:r>
            <a:b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时间差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9" name="full-86"/>
          <p:cNvSpPr>
            <a:spLocks noGrp="1"/>
          </p:cNvSpPr>
          <p:nvPr/>
        </p:nvSpPr>
        <p:spPr>
          <a:xfrm>
            <a:off x="26670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7FF"/>
              </a:gs>
              <a:gs pos="100000">
                <a:srgbClr val="EFF5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0" name="full-87"/>
          <p:cNvSpPr>
            <a:spLocks noGrp="1"/>
          </p:cNvSpPr>
          <p:nvPr/>
        </p:nvSpPr>
        <p:spPr>
          <a:xfrm>
            <a:off x="26765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burst</a:t>
            </a:r>
            <a:br>
              <a:rPr sz="13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350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报文数</a:t>
            </a:r>
            <a:endParaRPr sz="1350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1" name="full-88"/>
          <p:cNvSpPr>
            <a:spLocks noGrp="1"/>
          </p:cNvSpPr>
          <p:nvPr/>
        </p:nvSpPr>
        <p:spPr>
          <a:xfrm>
            <a:off x="34480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4F5FF"/>
              </a:gs>
              <a:gs pos="100000">
                <a:srgbClr val="F1F2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2" name="full-89"/>
          <p:cNvSpPr>
            <a:spLocks noGrp="1"/>
          </p:cNvSpPr>
          <p:nvPr/>
        </p:nvSpPr>
        <p:spPr>
          <a:xfrm>
            <a:off x="34575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burst</a:t>
            </a:r>
            <a:br>
              <a:rPr sz="1350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350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总字节数</a:t>
            </a:r>
            <a:endParaRPr sz="1350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3" name="full-90"/>
          <p:cNvSpPr>
            <a:spLocks noGrp="1"/>
          </p:cNvSpPr>
          <p:nvPr/>
        </p:nvSpPr>
        <p:spPr>
          <a:xfrm>
            <a:off x="42291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9FD"/>
              </a:gs>
              <a:gs pos="100000">
                <a:srgbClr val="EFF8FC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4" name="full-91"/>
          <p:cNvSpPr>
            <a:spLocks noGrp="1"/>
          </p:cNvSpPr>
          <p:nvPr/>
        </p:nvSpPr>
        <p:spPr>
          <a:xfrm>
            <a:off x="42386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报文数比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5" name="full-92"/>
          <p:cNvSpPr>
            <a:spLocks noGrp="1"/>
          </p:cNvSpPr>
          <p:nvPr/>
        </p:nvSpPr>
        <p:spPr>
          <a:xfrm>
            <a:off x="50101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1F9F4"/>
              </a:gs>
              <a:gs pos="100000">
                <a:srgbClr val="EEF7F1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6" name="full-93"/>
          <p:cNvSpPr>
            <a:spLocks noGrp="1"/>
          </p:cNvSpPr>
          <p:nvPr/>
        </p:nvSpPr>
        <p:spPr>
          <a:xfrm>
            <a:off x="50196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字节数比</a:t>
            </a:r>
            <a:endParaRPr sz="13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7" name="full-94"/>
          <p:cNvSpPr>
            <a:spLocks noGrp="1"/>
          </p:cNvSpPr>
          <p:nvPr/>
        </p:nvSpPr>
        <p:spPr>
          <a:xfrm>
            <a:off x="581025" y="8181975"/>
            <a:ext cx="0" cy="285750"/>
          </a:xfrm>
          <a:prstGeom prst="line">
            <a:avLst/>
          </a:prstGeom>
          <a:noFill/>
          <a:ln w="25718">
            <a:solidFill>
              <a:srgbClr val="2474BD"/>
            </a:solidFill>
            <a:prstDash val="solid"/>
          </a:ln>
        </p:spPr>
      </p:sp>
      <p:sp>
        <p:nvSpPr>
          <p:cNvPr id="108" name="full-95"/>
          <p:cNvSpPr>
            <a:spLocks noGrp="1"/>
          </p:cNvSpPr>
          <p:nvPr/>
        </p:nvSpPr>
        <p:spPr>
          <a:xfrm>
            <a:off x="523875" y="8077200"/>
            <a:ext cx="114300" cy="114300"/>
          </a:xfrm>
          <a:prstGeom prst="triangle">
            <a:avLst/>
          </a:prstGeom>
          <a:solidFill>
            <a:srgbClr val="2474BD"/>
          </a:solidFill>
          <a:ln w="9525">
            <a:noFill/>
            <a:prstDash val="solid"/>
          </a:ln>
        </p:spPr>
      </p:sp>
      <p:sp>
        <p:nvSpPr>
          <p:cNvPr id="109" name="full-96"/>
          <p:cNvSpPr>
            <a:spLocks noGrp="1"/>
          </p:cNvSpPr>
          <p:nvPr/>
        </p:nvSpPr>
        <p:spPr>
          <a:xfrm>
            <a:off x="781050" y="8115300"/>
            <a:ext cx="0" cy="295275"/>
          </a:xfrm>
          <a:prstGeom prst="line">
            <a:avLst/>
          </a:prstGeom>
          <a:noFill/>
          <a:ln w="25718">
            <a:solidFill>
              <a:srgbClr val="C95148"/>
            </a:solidFill>
            <a:prstDash val="solid"/>
          </a:ln>
        </p:spPr>
      </p:sp>
      <p:sp>
        <p:nvSpPr>
          <p:cNvPr id="110" name="full-97"/>
          <p:cNvSpPr>
            <a:spLocks noGrp="1"/>
          </p:cNvSpPr>
          <p:nvPr/>
        </p:nvSpPr>
        <p:spPr>
          <a:xfrm rot="10800000">
            <a:off x="723900" y="8401050"/>
            <a:ext cx="114300" cy="114300"/>
          </a:xfrm>
          <a:prstGeom prst="triangle">
            <a:avLst/>
          </a:prstGeom>
          <a:solidFill>
            <a:srgbClr val="C95148"/>
          </a:solidFill>
          <a:ln w="9525">
            <a:noFill/>
            <a:prstDash val="solid"/>
          </a:ln>
        </p:spPr>
      </p:sp>
      <p:sp>
        <p:nvSpPr>
          <p:cNvPr id="119" name="full-106"/>
          <p:cNvSpPr>
            <a:spLocks noGrp="1"/>
          </p:cNvSpPr>
          <p:nvPr/>
        </p:nvSpPr>
        <p:spPr>
          <a:xfrm>
            <a:off x="3694430" y="8286750"/>
            <a:ext cx="285750" cy="1428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B7E0"/>
              </a:gs>
              <a:gs pos="100000">
                <a:srgbClr val="77A5D8"/>
              </a:gs>
            </a:gsLst>
            <a:lin ang="5400000" scaled="0"/>
          </a:gradFill>
          <a:ln w="9525">
            <a:solidFill>
              <a:srgbClr val="255D9B"/>
            </a:solidFill>
            <a:prstDash val="solid"/>
          </a:ln>
        </p:spPr>
      </p:sp>
      <p:sp>
        <p:nvSpPr>
          <p:cNvPr id="120" name="full-107"/>
          <p:cNvSpPr>
            <a:spLocks noGrp="1"/>
          </p:cNvSpPr>
          <p:nvPr/>
        </p:nvSpPr>
        <p:spPr>
          <a:xfrm>
            <a:off x="3699510" y="8267700"/>
            <a:ext cx="285750" cy="85725"/>
          </a:xfrm>
          <a:prstGeom prst="ellipse">
            <a:avLst/>
          </a:prstGeom>
          <a:solidFill>
            <a:srgbClr val="9EC3E9"/>
          </a:solidFill>
          <a:ln w="9525">
            <a:solidFill>
              <a:srgbClr val="255D9B"/>
            </a:solidFill>
            <a:prstDash val="solid"/>
          </a:ln>
        </p:spPr>
      </p:sp>
      <p:sp>
        <p:nvSpPr>
          <p:cNvPr id="121" name="full-108"/>
          <p:cNvSpPr>
            <a:spLocks noGrp="1"/>
          </p:cNvSpPr>
          <p:nvPr/>
        </p:nvSpPr>
        <p:spPr>
          <a:xfrm>
            <a:off x="3694430" y="8201025"/>
            <a:ext cx="285750" cy="1428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B7E0"/>
              </a:gs>
              <a:gs pos="100000">
                <a:srgbClr val="77A5D8"/>
              </a:gs>
            </a:gsLst>
            <a:lin ang="5400000" scaled="0"/>
          </a:gradFill>
          <a:ln w="9525">
            <a:solidFill>
              <a:srgbClr val="255D9B"/>
            </a:solidFill>
            <a:prstDash val="solid"/>
          </a:ln>
        </p:spPr>
      </p:sp>
      <p:sp>
        <p:nvSpPr>
          <p:cNvPr id="122" name="full-109"/>
          <p:cNvSpPr>
            <a:spLocks noGrp="1"/>
          </p:cNvSpPr>
          <p:nvPr/>
        </p:nvSpPr>
        <p:spPr>
          <a:xfrm>
            <a:off x="3694430" y="8181975"/>
            <a:ext cx="285750" cy="85725"/>
          </a:xfrm>
          <a:prstGeom prst="ellipse">
            <a:avLst/>
          </a:prstGeom>
          <a:solidFill>
            <a:srgbClr val="9EC3E9"/>
          </a:solidFill>
          <a:ln w="9525">
            <a:solidFill>
              <a:srgbClr val="255D9B"/>
            </a:solidFill>
            <a:prstDash val="solid"/>
          </a:ln>
        </p:spPr>
      </p:sp>
      <p:sp>
        <p:nvSpPr>
          <p:cNvPr id="123" name="full-110"/>
          <p:cNvSpPr>
            <a:spLocks noGrp="1"/>
          </p:cNvSpPr>
          <p:nvPr/>
        </p:nvSpPr>
        <p:spPr>
          <a:xfrm>
            <a:off x="3694430" y="8115300"/>
            <a:ext cx="285750" cy="1428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B7E0"/>
              </a:gs>
              <a:gs pos="100000">
                <a:srgbClr val="77A5D8"/>
              </a:gs>
            </a:gsLst>
            <a:lin ang="5400000" scaled="0"/>
          </a:gradFill>
          <a:ln w="9525">
            <a:solidFill>
              <a:srgbClr val="255D9B"/>
            </a:solidFill>
            <a:prstDash val="solid"/>
          </a:ln>
        </p:spPr>
      </p:sp>
      <p:sp>
        <p:nvSpPr>
          <p:cNvPr id="124" name="full-111"/>
          <p:cNvSpPr>
            <a:spLocks noGrp="1"/>
          </p:cNvSpPr>
          <p:nvPr/>
        </p:nvSpPr>
        <p:spPr>
          <a:xfrm>
            <a:off x="3694430" y="8096250"/>
            <a:ext cx="285750" cy="85725"/>
          </a:xfrm>
          <a:prstGeom prst="ellipse">
            <a:avLst/>
          </a:prstGeom>
          <a:solidFill>
            <a:srgbClr val="9EC3E9"/>
          </a:solidFill>
          <a:ln w="9525">
            <a:solidFill>
              <a:srgbClr val="255D9B"/>
            </a:solidFill>
            <a:prstDash val="solid"/>
          </a:ln>
        </p:spPr>
      </p:sp>
      <p:sp>
        <p:nvSpPr>
          <p:cNvPr id="135" name="full-122"/>
          <p:cNvSpPr>
            <a:spLocks noGrp="1"/>
          </p:cNvSpPr>
          <p:nvPr/>
        </p:nvSpPr>
        <p:spPr>
          <a:xfrm>
            <a:off x="323850" y="8848725"/>
            <a:ext cx="5457825" cy="542925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F3F8FC"/>
              </a:gs>
              <a:gs pos="100000">
                <a:srgbClr val="F0F6FB"/>
              </a:gs>
            </a:gsLst>
            <a:lin ang="5400000" scaled="0"/>
          </a:gradFill>
          <a:ln w="8573">
            <a:solidFill>
              <a:srgbClr val="C3D8EB"/>
            </a:solidFill>
            <a:prstDash val="solid"/>
          </a:ln>
        </p:spPr>
      </p:sp>
      <p:sp>
        <p:nvSpPr>
          <p:cNvPr id="136" name="full-123"/>
          <p:cNvSpPr>
            <a:spLocks noGrp="1"/>
          </p:cNvSpPr>
          <p:nvPr/>
        </p:nvSpPr>
        <p:spPr>
          <a:xfrm>
            <a:off x="428625" y="8915400"/>
            <a:ext cx="5238750" cy="438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连续同方向报文构成一个</a:t>
            </a:r>
            <a:r>
              <a:rPr sz="1725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 burst；</a:t>
            </a:r>
            <a:br>
              <a:rPr sz="1725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725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构图取前</a:t>
            </a:r>
            <a:r>
              <a:rPr sz="1725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 min(30, nₓ) </a:t>
            </a:r>
            <a:r>
              <a:rPr sz="1725" b="0" dirty="0" err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个报文</a:t>
            </a:r>
            <a:r>
              <a:rPr sz="1725" b="0" dirty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。</a:t>
            </a:r>
            <a:endParaRPr sz="1725" b="0" dirty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7" name="full-124"/>
          <p:cNvSpPr>
            <a:spLocks noGrp="1"/>
          </p:cNvSpPr>
          <p:nvPr/>
        </p:nvSpPr>
        <p:spPr>
          <a:xfrm rot="633502">
            <a:off x="6229786" y="1632636"/>
            <a:ext cx="1709847" cy="2969776"/>
          </a:xfrm>
          <a:prstGeom prst="ellipse">
            <a:avLst/>
          </a:prstGeom>
          <a:solidFill>
            <a:srgbClr val="EFF7FE"/>
          </a:solidFill>
          <a:ln w="8573">
            <a:solidFill>
              <a:srgbClr val="8CBCE8"/>
            </a:solidFill>
            <a:prstDash val="dash"/>
          </a:ln>
        </p:spPr>
      </p:sp>
      <p:sp>
        <p:nvSpPr>
          <p:cNvPr id="138" name="full-125"/>
          <p:cNvSpPr>
            <a:spLocks noGrp="1"/>
          </p:cNvSpPr>
          <p:nvPr/>
        </p:nvSpPr>
        <p:spPr>
          <a:xfrm rot="10238412">
            <a:off x="7863988" y="2109208"/>
            <a:ext cx="1891755" cy="3136092"/>
          </a:xfrm>
          <a:prstGeom prst="ellipse">
            <a:avLst/>
          </a:prstGeom>
          <a:solidFill>
            <a:srgbClr val="FFF0ED"/>
          </a:solidFill>
          <a:ln w="8573">
            <a:solidFill>
              <a:srgbClr val="EDAAA2"/>
            </a:solidFill>
            <a:prstDash val="dash"/>
          </a:ln>
        </p:spPr>
      </p:sp>
      <p:sp>
        <p:nvSpPr>
          <p:cNvPr id="139" name="full-126"/>
          <p:cNvSpPr>
            <a:spLocks noGrp="1"/>
          </p:cNvSpPr>
          <p:nvPr/>
        </p:nvSpPr>
        <p:spPr>
          <a:xfrm rot="19480570">
            <a:off x="9387422" y="1612368"/>
            <a:ext cx="1498268" cy="2310843"/>
          </a:xfrm>
          <a:prstGeom prst="ellipse">
            <a:avLst/>
          </a:prstGeom>
          <a:solidFill>
            <a:srgbClr val="EFF7FE"/>
          </a:solidFill>
          <a:ln w="8573">
            <a:solidFill>
              <a:srgbClr val="8CBCE8"/>
            </a:solidFill>
            <a:prstDash val="dash"/>
          </a:ln>
        </p:spPr>
      </p:sp>
      <p:sp>
        <p:nvSpPr>
          <p:cNvPr id="140" name="full-127"/>
          <p:cNvSpPr>
            <a:spLocks noGrp="1"/>
          </p:cNvSpPr>
          <p:nvPr/>
        </p:nvSpPr>
        <p:spPr>
          <a:xfrm>
            <a:off x="6334125" y="1724025"/>
            <a:ext cx="16573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B₁（正向）</a:t>
            </a:r>
            <a:endParaRPr sz="1650" b="1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1" name="full-128"/>
          <p:cNvSpPr>
            <a:spLocks noGrp="1"/>
          </p:cNvSpPr>
          <p:nvPr/>
        </p:nvSpPr>
        <p:spPr>
          <a:xfrm>
            <a:off x="9401175" y="1704975"/>
            <a:ext cx="16573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2474BD"/>
                </a:solidFill>
                <a:latin typeface="宋体"/>
                <a:ea typeface="宋体"/>
                <a:cs typeface="宋体"/>
              </a:rPr>
              <a:t>B₃（正向）</a:t>
            </a:r>
            <a:endParaRPr sz="1650" b="1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2" name="full-129"/>
          <p:cNvSpPr>
            <a:spLocks noGrp="1"/>
          </p:cNvSpPr>
          <p:nvPr/>
        </p:nvSpPr>
        <p:spPr>
          <a:xfrm>
            <a:off x="7820025" y="5524500"/>
            <a:ext cx="17907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C95148"/>
                </a:solidFill>
                <a:latin typeface="宋体"/>
                <a:ea typeface="宋体"/>
                <a:cs typeface="宋体"/>
              </a:rPr>
              <a:t>B₂（反向）</a:t>
            </a:r>
            <a:endParaRPr sz="1650" b="1">
              <a:solidFill>
                <a:srgbClr val="C95148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3" name="node-1-129"/>
          <p:cNvSpPr>
            <a:spLocks noGrp="1"/>
          </p:cNvSpPr>
          <p:nvPr/>
        </p:nvSpPr>
        <p:spPr>
          <a:xfrm>
            <a:off x="6705600" y="2133600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p₁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4" name="node-2-129"/>
          <p:cNvSpPr>
            <a:spLocks noGrp="1"/>
          </p:cNvSpPr>
          <p:nvPr/>
        </p:nvSpPr>
        <p:spPr>
          <a:xfrm>
            <a:off x="6419850" y="30384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₂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5" name="node-3-129"/>
          <p:cNvSpPr>
            <a:spLocks noGrp="1"/>
          </p:cNvSpPr>
          <p:nvPr/>
        </p:nvSpPr>
        <p:spPr>
          <a:xfrm>
            <a:off x="6991350" y="38004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p₃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6" name="node-4-129"/>
          <p:cNvSpPr>
            <a:spLocks noGrp="1"/>
          </p:cNvSpPr>
          <p:nvPr/>
        </p:nvSpPr>
        <p:spPr>
          <a:xfrm>
            <a:off x="8039100" y="2419350"/>
            <a:ext cx="495300" cy="49530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p₄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7" name="node-5-129"/>
          <p:cNvSpPr>
            <a:spLocks noGrp="1"/>
          </p:cNvSpPr>
          <p:nvPr/>
        </p:nvSpPr>
        <p:spPr>
          <a:xfrm>
            <a:off x="8705850" y="4514850"/>
            <a:ext cx="495300" cy="49530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p₅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8" name="node-6-129"/>
          <p:cNvSpPr>
            <a:spLocks noGrp="1"/>
          </p:cNvSpPr>
          <p:nvPr/>
        </p:nvSpPr>
        <p:spPr>
          <a:xfrm>
            <a:off x="9658350" y="2133600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p₆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9" name="node-7-129"/>
          <p:cNvSpPr>
            <a:spLocks noGrp="1"/>
          </p:cNvSpPr>
          <p:nvPr/>
        </p:nvSpPr>
        <p:spPr>
          <a:xfrm>
            <a:off x="10325100" y="32289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p₇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0" name="full-130"/>
          <p:cNvSpPr>
            <a:spLocks noGrp="1"/>
          </p:cNvSpPr>
          <p:nvPr/>
        </p:nvSpPr>
        <p:spPr>
          <a:xfrm flipH="1">
            <a:off x="6742075" y="2617405"/>
            <a:ext cx="136600" cy="432566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1" name="full-131"/>
          <p:cNvSpPr>
            <a:spLocks noGrp="1"/>
          </p:cNvSpPr>
          <p:nvPr/>
        </p:nvSpPr>
        <p:spPr>
          <a:xfrm>
            <a:off x="6816090" y="3484245"/>
            <a:ext cx="274320" cy="365760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2" name="full-132"/>
          <p:cNvSpPr>
            <a:spLocks noGrp="1"/>
          </p:cNvSpPr>
          <p:nvPr/>
        </p:nvSpPr>
        <p:spPr>
          <a:xfrm>
            <a:off x="8361838" y="2902992"/>
            <a:ext cx="516573" cy="1623516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3" name="full-133"/>
          <p:cNvSpPr>
            <a:spLocks noGrp="1"/>
          </p:cNvSpPr>
          <p:nvPr/>
        </p:nvSpPr>
        <p:spPr>
          <a:xfrm>
            <a:off x="10034765" y="2592792"/>
            <a:ext cx="409220" cy="672290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4" name="full-134"/>
          <p:cNvSpPr>
            <a:spLocks noGrp="1"/>
          </p:cNvSpPr>
          <p:nvPr/>
        </p:nvSpPr>
        <p:spPr>
          <a:xfrm>
            <a:off x="7195403" y="2433140"/>
            <a:ext cx="849194" cy="181970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5" name="full-135"/>
          <p:cNvSpPr>
            <a:spLocks noGrp="1"/>
          </p:cNvSpPr>
          <p:nvPr/>
        </p:nvSpPr>
        <p:spPr>
          <a:xfrm>
            <a:off x="7467600" y="4143375"/>
            <a:ext cx="1257300" cy="523875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6" name="full-136"/>
          <p:cNvSpPr>
            <a:spLocks noGrp="1"/>
          </p:cNvSpPr>
          <p:nvPr/>
        </p:nvSpPr>
        <p:spPr>
          <a:xfrm flipH="1">
            <a:off x="8530632" y="2424288"/>
            <a:ext cx="1131487" cy="199674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7" name="full-137"/>
          <p:cNvSpPr>
            <a:spLocks noGrp="1"/>
          </p:cNvSpPr>
          <p:nvPr/>
        </p:nvSpPr>
        <p:spPr>
          <a:xfrm flipH="1">
            <a:off x="9147437" y="3630634"/>
            <a:ext cx="1231375" cy="977857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8" name="full-138"/>
          <p:cNvSpPr>
            <a:spLocks noGrp="1"/>
          </p:cNvSpPr>
          <p:nvPr/>
        </p:nvSpPr>
        <p:spPr>
          <a:xfrm>
            <a:off x="7143750" y="27051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59" name="full-139"/>
          <p:cNvSpPr>
            <a:spLocks noGrp="1"/>
          </p:cNvSpPr>
          <p:nvPr/>
        </p:nvSpPr>
        <p:spPr>
          <a:xfrm>
            <a:off x="7229475" y="27051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0" name="full-140"/>
          <p:cNvSpPr>
            <a:spLocks noGrp="1"/>
          </p:cNvSpPr>
          <p:nvPr/>
        </p:nvSpPr>
        <p:spPr>
          <a:xfrm>
            <a:off x="7315200" y="27051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1" name="full-141"/>
          <p:cNvSpPr>
            <a:spLocks noGrp="1"/>
          </p:cNvSpPr>
          <p:nvPr/>
        </p:nvSpPr>
        <p:spPr>
          <a:xfrm>
            <a:off x="7400925" y="27051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2" name="full-142"/>
          <p:cNvSpPr>
            <a:spLocks noGrp="1"/>
          </p:cNvSpPr>
          <p:nvPr/>
        </p:nvSpPr>
        <p:spPr>
          <a:xfrm>
            <a:off x="7486650" y="27051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3" name="full-143"/>
          <p:cNvSpPr>
            <a:spLocks noGrp="1"/>
          </p:cNvSpPr>
          <p:nvPr/>
        </p:nvSpPr>
        <p:spPr>
          <a:xfrm>
            <a:off x="7572375" y="27051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4" name="full-144"/>
          <p:cNvSpPr>
            <a:spLocks noGrp="1"/>
          </p:cNvSpPr>
          <p:nvPr/>
        </p:nvSpPr>
        <p:spPr>
          <a:xfrm>
            <a:off x="7658100" y="27051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5" name="full-145"/>
          <p:cNvSpPr>
            <a:spLocks noGrp="1"/>
          </p:cNvSpPr>
          <p:nvPr/>
        </p:nvSpPr>
        <p:spPr>
          <a:xfrm>
            <a:off x="7096125" y="289560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x₁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6" name="full-146"/>
          <p:cNvSpPr>
            <a:spLocks noGrp="1"/>
          </p:cNvSpPr>
          <p:nvPr/>
        </p:nvSpPr>
        <p:spPr>
          <a:xfrm>
            <a:off x="6286500" y="36195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7" name="full-147"/>
          <p:cNvSpPr>
            <a:spLocks noGrp="1"/>
          </p:cNvSpPr>
          <p:nvPr/>
        </p:nvSpPr>
        <p:spPr>
          <a:xfrm>
            <a:off x="6372225" y="36195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8" name="full-148"/>
          <p:cNvSpPr>
            <a:spLocks noGrp="1"/>
          </p:cNvSpPr>
          <p:nvPr/>
        </p:nvSpPr>
        <p:spPr>
          <a:xfrm>
            <a:off x="6457950" y="36195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9" name="full-149"/>
          <p:cNvSpPr>
            <a:spLocks noGrp="1"/>
          </p:cNvSpPr>
          <p:nvPr/>
        </p:nvSpPr>
        <p:spPr>
          <a:xfrm>
            <a:off x="6543675" y="36195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0" name="full-150"/>
          <p:cNvSpPr>
            <a:spLocks noGrp="1"/>
          </p:cNvSpPr>
          <p:nvPr/>
        </p:nvSpPr>
        <p:spPr>
          <a:xfrm>
            <a:off x="6629400" y="36195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1" name="full-151"/>
          <p:cNvSpPr>
            <a:spLocks noGrp="1"/>
          </p:cNvSpPr>
          <p:nvPr/>
        </p:nvSpPr>
        <p:spPr>
          <a:xfrm>
            <a:off x="6715125" y="36195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2" name="full-152"/>
          <p:cNvSpPr>
            <a:spLocks noGrp="1"/>
          </p:cNvSpPr>
          <p:nvPr/>
        </p:nvSpPr>
        <p:spPr>
          <a:xfrm>
            <a:off x="6800850" y="36195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3" name="full-153"/>
          <p:cNvSpPr>
            <a:spLocks noGrp="1"/>
          </p:cNvSpPr>
          <p:nvPr/>
        </p:nvSpPr>
        <p:spPr>
          <a:xfrm>
            <a:off x="6238875" y="381000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x₂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4" name="full-154"/>
          <p:cNvSpPr>
            <a:spLocks noGrp="1"/>
          </p:cNvSpPr>
          <p:nvPr/>
        </p:nvSpPr>
        <p:spPr>
          <a:xfrm>
            <a:off x="6962775" y="43719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5" name="full-155"/>
          <p:cNvSpPr>
            <a:spLocks noGrp="1"/>
          </p:cNvSpPr>
          <p:nvPr/>
        </p:nvSpPr>
        <p:spPr>
          <a:xfrm>
            <a:off x="7048500" y="43719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6" name="full-156"/>
          <p:cNvSpPr>
            <a:spLocks noGrp="1"/>
          </p:cNvSpPr>
          <p:nvPr/>
        </p:nvSpPr>
        <p:spPr>
          <a:xfrm>
            <a:off x="7134225" y="43719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7" name="full-157"/>
          <p:cNvSpPr>
            <a:spLocks noGrp="1"/>
          </p:cNvSpPr>
          <p:nvPr/>
        </p:nvSpPr>
        <p:spPr>
          <a:xfrm>
            <a:off x="7219950" y="43719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8" name="full-158"/>
          <p:cNvSpPr>
            <a:spLocks noGrp="1"/>
          </p:cNvSpPr>
          <p:nvPr/>
        </p:nvSpPr>
        <p:spPr>
          <a:xfrm>
            <a:off x="7305675" y="43719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9" name="full-159"/>
          <p:cNvSpPr>
            <a:spLocks noGrp="1"/>
          </p:cNvSpPr>
          <p:nvPr/>
        </p:nvSpPr>
        <p:spPr>
          <a:xfrm>
            <a:off x="7391400" y="43719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80" name="full-160"/>
          <p:cNvSpPr>
            <a:spLocks noGrp="1"/>
          </p:cNvSpPr>
          <p:nvPr/>
        </p:nvSpPr>
        <p:spPr>
          <a:xfrm>
            <a:off x="7477125" y="43719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81" name="full-161"/>
          <p:cNvSpPr>
            <a:spLocks noGrp="1"/>
          </p:cNvSpPr>
          <p:nvPr/>
        </p:nvSpPr>
        <p:spPr>
          <a:xfrm>
            <a:off x="6915150" y="456247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x₃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2" name="full-162"/>
          <p:cNvSpPr>
            <a:spLocks noGrp="1"/>
          </p:cNvSpPr>
          <p:nvPr/>
        </p:nvSpPr>
        <p:spPr>
          <a:xfrm>
            <a:off x="8705850" y="29908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3" name="full-163"/>
          <p:cNvSpPr>
            <a:spLocks noGrp="1"/>
          </p:cNvSpPr>
          <p:nvPr/>
        </p:nvSpPr>
        <p:spPr>
          <a:xfrm>
            <a:off x="8791575" y="29908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4" name="full-164"/>
          <p:cNvSpPr>
            <a:spLocks noGrp="1"/>
          </p:cNvSpPr>
          <p:nvPr/>
        </p:nvSpPr>
        <p:spPr>
          <a:xfrm>
            <a:off x="8877300" y="29908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5" name="full-165"/>
          <p:cNvSpPr>
            <a:spLocks noGrp="1"/>
          </p:cNvSpPr>
          <p:nvPr/>
        </p:nvSpPr>
        <p:spPr>
          <a:xfrm>
            <a:off x="8963025" y="29908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6" name="full-166"/>
          <p:cNvSpPr>
            <a:spLocks noGrp="1"/>
          </p:cNvSpPr>
          <p:nvPr/>
        </p:nvSpPr>
        <p:spPr>
          <a:xfrm>
            <a:off x="9048750" y="29908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7" name="full-167"/>
          <p:cNvSpPr>
            <a:spLocks noGrp="1"/>
          </p:cNvSpPr>
          <p:nvPr/>
        </p:nvSpPr>
        <p:spPr>
          <a:xfrm>
            <a:off x="9134475" y="29908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8" name="full-168"/>
          <p:cNvSpPr>
            <a:spLocks noGrp="1"/>
          </p:cNvSpPr>
          <p:nvPr/>
        </p:nvSpPr>
        <p:spPr>
          <a:xfrm>
            <a:off x="9220200" y="29908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9" name="full-169"/>
          <p:cNvSpPr>
            <a:spLocks noGrp="1"/>
          </p:cNvSpPr>
          <p:nvPr/>
        </p:nvSpPr>
        <p:spPr>
          <a:xfrm>
            <a:off x="8658225" y="318135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x₄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0" name="full-170"/>
          <p:cNvSpPr>
            <a:spLocks noGrp="1"/>
          </p:cNvSpPr>
          <p:nvPr/>
        </p:nvSpPr>
        <p:spPr>
          <a:xfrm>
            <a:off x="8801100" y="50006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1" name="full-171"/>
          <p:cNvSpPr>
            <a:spLocks noGrp="1"/>
          </p:cNvSpPr>
          <p:nvPr/>
        </p:nvSpPr>
        <p:spPr>
          <a:xfrm>
            <a:off x="8886825" y="50006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2" name="full-172"/>
          <p:cNvSpPr>
            <a:spLocks noGrp="1"/>
          </p:cNvSpPr>
          <p:nvPr/>
        </p:nvSpPr>
        <p:spPr>
          <a:xfrm>
            <a:off x="8972550" y="50006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3" name="full-173"/>
          <p:cNvSpPr>
            <a:spLocks noGrp="1"/>
          </p:cNvSpPr>
          <p:nvPr/>
        </p:nvSpPr>
        <p:spPr>
          <a:xfrm>
            <a:off x="9058275" y="50006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4" name="full-174"/>
          <p:cNvSpPr>
            <a:spLocks noGrp="1"/>
          </p:cNvSpPr>
          <p:nvPr/>
        </p:nvSpPr>
        <p:spPr>
          <a:xfrm>
            <a:off x="9144000" y="50006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5" name="full-175"/>
          <p:cNvSpPr>
            <a:spLocks noGrp="1"/>
          </p:cNvSpPr>
          <p:nvPr/>
        </p:nvSpPr>
        <p:spPr>
          <a:xfrm>
            <a:off x="9229725" y="50006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6" name="full-176"/>
          <p:cNvSpPr>
            <a:spLocks noGrp="1"/>
          </p:cNvSpPr>
          <p:nvPr/>
        </p:nvSpPr>
        <p:spPr>
          <a:xfrm>
            <a:off x="9315450" y="50006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7" name="full-177"/>
          <p:cNvSpPr>
            <a:spLocks noGrp="1"/>
          </p:cNvSpPr>
          <p:nvPr/>
        </p:nvSpPr>
        <p:spPr>
          <a:xfrm>
            <a:off x="8753475" y="519112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x₅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8" name="full-178"/>
          <p:cNvSpPr>
            <a:spLocks noGrp="1"/>
          </p:cNvSpPr>
          <p:nvPr/>
        </p:nvSpPr>
        <p:spPr>
          <a:xfrm>
            <a:off x="9629775" y="27241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99" name="full-179"/>
          <p:cNvSpPr>
            <a:spLocks noGrp="1"/>
          </p:cNvSpPr>
          <p:nvPr/>
        </p:nvSpPr>
        <p:spPr>
          <a:xfrm>
            <a:off x="9715500" y="27241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0" name="full-180"/>
          <p:cNvSpPr>
            <a:spLocks noGrp="1"/>
          </p:cNvSpPr>
          <p:nvPr/>
        </p:nvSpPr>
        <p:spPr>
          <a:xfrm>
            <a:off x="9801225" y="27241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1" name="full-181"/>
          <p:cNvSpPr>
            <a:spLocks noGrp="1"/>
          </p:cNvSpPr>
          <p:nvPr/>
        </p:nvSpPr>
        <p:spPr>
          <a:xfrm>
            <a:off x="9886950" y="27241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2" name="full-182"/>
          <p:cNvSpPr>
            <a:spLocks noGrp="1"/>
          </p:cNvSpPr>
          <p:nvPr/>
        </p:nvSpPr>
        <p:spPr>
          <a:xfrm>
            <a:off x="9972675" y="27241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3" name="full-183"/>
          <p:cNvSpPr>
            <a:spLocks noGrp="1"/>
          </p:cNvSpPr>
          <p:nvPr/>
        </p:nvSpPr>
        <p:spPr>
          <a:xfrm>
            <a:off x="10058400" y="27241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4" name="full-184"/>
          <p:cNvSpPr>
            <a:spLocks noGrp="1"/>
          </p:cNvSpPr>
          <p:nvPr/>
        </p:nvSpPr>
        <p:spPr>
          <a:xfrm>
            <a:off x="10144125" y="27241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5" name="full-185"/>
          <p:cNvSpPr>
            <a:spLocks noGrp="1"/>
          </p:cNvSpPr>
          <p:nvPr/>
        </p:nvSpPr>
        <p:spPr>
          <a:xfrm>
            <a:off x="9582150" y="291465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x₆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6" name="full-186"/>
          <p:cNvSpPr>
            <a:spLocks noGrp="1"/>
          </p:cNvSpPr>
          <p:nvPr/>
        </p:nvSpPr>
        <p:spPr>
          <a:xfrm>
            <a:off x="10296525" y="38004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7" name="full-187"/>
          <p:cNvSpPr>
            <a:spLocks noGrp="1"/>
          </p:cNvSpPr>
          <p:nvPr/>
        </p:nvSpPr>
        <p:spPr>
          <a:xfrm>
            <a:off x="10382250" y="38004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8" name="full-188"/>
          <p:cNvSpPr>
            <a:spLocks noGrp="1"/>
          </p:cNvSpPr>
          <p:nvPr/>
        </p:nvSpPr>
        <p:spPr>
          <a:xfrm>
            <a:off x="10467975" y="38004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9" name="full-189"/>
          <p:cNvSpPr>
            <a:spLocks noGrp="1"/>
          </p:cNvSpPr>
          <p:nvPr/>
        </p:nvSpPr>
        <p:spPr>
          <a:xfrm>
            <a:off x="10553700" y="38004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0" name="full-190"/>
          <p:cNvSpPr>
            <a:spLocks noGrp="1"/>
          </p:cNvSpPr>
          <p:nvPr/>
        </p:nvSpPr>
        <p:spPr>
          <a:xfrm>
            <a:off x="10639425" y="38004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1" name="full-191"/>
          <p:cNvSpPr>
            <a:spLocks noGrp="1"/>
          </p:cNvSpPr>
          <p:nvPr/>
        </p:nvSpPr>
        <p:spPr>
          <a:xfrm>
            <a:off x="10725150" y="38004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2" name="full-192"/>
          <p:cNvSpPr>
            <a:spLocks noGrp="1"/>
          </p:cNvSpPr>
          <p:nvPr/>
        </p:nvSpPr>
        <p:spPr>
          <a:xfrm>
            <a:off x="10810875" y="38004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3" name="full-193"/>
          <p:cNvSpPr>
            <a:spLocks noGrp="1"/>
          </p:cNvSpPr>
          <p:nvPr/>
        </p:nvSpPr>
        <p:spPr>
          <a:xfrm>
            <a:off x="10248900" y="399097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x₇ ∈ ℝ⁷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4" name="full-194"/>
          <p:cNvSpPr>
            <a:spLocks noGrp="1"/>
          </p:cNvSpPr>
          <p:nvPr/>
        </p:nvSpPr>
        <p:spPr>
          <a:xfrm>
            <a:off x="6353175" y="5953125"/>
            <a:ext cx="4543425" cy="704850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F8F9FB"/>
              </a:gs>
              <a:gs pos="100000">
                <a:srgbClr val="F6F8FA"/>
              </a:gs>
            </a:gsLst>
            <a:lin ang="5400000" scaled="0"/>
          </a:gradFill>
          <a:ln w="7620">
            <a:solidFill>
              <a:srgbClr val="9CADC4"/>
            </a:solidFill>
            <a:prstDash val="solid"/>
          </a:ln>
        </p:spPr>
      </p:sp>
      <p:sp>
        <p:nvSpPr>
          <p:cNvPr id="215" name="full-195"/>
          <p:cNvSpPr>
            <a:spLocks noGrp="1"/>
          </p:cNvSpPr>
          <p:nvPr/>
        </p:nvSpPr>
        <p:spPr>
          <a:xfrm>
            <a:off x="6562725" y="6181725"/>
            <a:ext cx="647700" cy="0"/>
          </a:xfrm>
          <a:prstGeom prst="line">
            <a:avLst/>
          </a:prstGeom>
          <a:noFill/>
          <a:ln w="21908">
            <a:solidFill>
              <a:srgbClr val="29486E"/>
            </a:solidFill>
            <a:prstDash val="solid"/>
          </a:ln>
        </p:spPr>
      </p:sp>
      <p:sp>
        <p:nvSpPr>
          <p:cNvPr id="216" name="full-196"/>
          <p:cNvSpPr>
            <a:spLocks noGrp="1"/>
          </p:cNvSpPr>
          <p:nvPr/>
        </p:nvSpPr>
        <p:spPr>
          <a:xfrm>
            <a:off x="7334250" y="6019800"/>
            <a:ext cx="3476625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同一 burst 内相邻报文连接</a:t>
            </a:r>
            <a:endParaRPr sz="165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17" name="full-197"/>
          <p:cNvSpPr>
            <a:spLocks noGrp="1"/>
          </p:cNvSpPr>
          <p:nvPr/>
        </p:nvSpPr>
        <p:spPr>
          <a:xfrm>
            <a:off x="6562725" y="6457950"/>
            <a:ext cx="647700" cy="0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218" name="full-198"/>
          <p:cNvSpPr>
            <a:spLocks noGrp="1"/>
          </p:cNvSpPr>
          <p:nvPr/>
        </p:nvSpPr>
        <p:spPr>
          <a:xfrm>
            <a:off x="7296150" y="6315075"/>
            <a:ext cx="352425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/>
            </a:defPPr>
            <a:lvl1pPr algn="ctr">
              <a:defRPr sz="1575"/>
            </a:lvl1pPr>
            <a:lvl2pPr algn="ctr">
              <a:defRPr sz="1575"/>
            </a:lvl2pPr>
            <a:lvl3pPr algn="ctr">
              <a:defRPr sz="1575"/>
            </a:lvl3pPr>
            <a:lvl4pPr algn="ctr">
              <a:defRPr sz="1575"/>
            </a:lvl4pPr>
            <a:lvl5pPr algn="ctr">
              <a:defRPr sz="1575"/>
            </a:lvl5pPr>
            <a:lvl6pPr algn="ctr">
              <a:defRPr sz="1575"/>
            </a:lvl6pPr>
            <a:lvl7pPr algn="ctr">
              <a:defRPr sz="1575"/>
            </a:lvl7pPr>
            <a:lvl8pPr algn="ctr">
              <a:defRPr sz="1575"/>
            </a:lvl8pPr>
            <a:lvl9pPr algn="ctr">
              <a:defRPr sz="1575"/>
            </a:lvl9pPr>
          </a:lstStyle>
          <a:p>
            <a:pPr algn="ctr">
              <a:defRPr sz="1575"/>
            </a:pPr>
            <a:r>
              <a:rPr sz="1575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相邻 burst 的首—首、末—末连接</a:t>
            </a:r>
            <a:endParaRPr sz="1575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19" name="full-199"/>
          <p:cNvSpPr>
            <a:spLocks noGrp="1"/>
          </p:cNvSpPr>
          <p:nvPr/>
        </p:nvSpPr>
        <p:spPr>
          <a:xfrm>
            <a:off x="6286500" y="6800850"/>
            <a:ext cx="46863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B7CBE0"/>
            </a:solidFill>
            <a:prstDash val="solid"/>
          </a:ln>
        </p:spPr>
      </p:sp>
      <p:sp>
        <p:nvSpPr>
          <p:cNvPr id="220" name="full-200"/>
          <p:cNvSpPr>
            <a:spLocks noGrp="1"/>
          </p:cNvSpPr>
          <p:nvPr/>
        </p:nvSpPr>
        <p:spPr>
          <a:xfrm>
            <a:off x="6286500" y="6800850"/>
            <a:ext cx="4686300" cy="409575"/>
          </a:xfrm>
          <a:prstGeom prst="roundRect">
            <a:avLst>
              <a:gd name="adj" fmla="val 27907"/>
            </a:avLst>
          </a:prstGeom>
          <a:gradFill rotWithShape="1">
            <a:gsLst>
              <a:gs pos="0">
                <a:srgbClr val="EEF5FB"/>
              </a:gs>
              <a:gs pos="100000">
                <a:srgbClr val="EAF2FA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221" name="full-201"/>
          <p:cNvSpPr>
            <a:spLocks noGrp="1"/>
          </p:cNvSpPr>
          <p:nvPr/>
        </p:nvSpPr>
        <p:spPr>
          <a:xfrm>
            <a:off x="6362700" y="6867525"/>
            <a:ext cx="45339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节点特征矩阵  X ∈ ℝ</a:t>
            </a:r>
            <a:r>
              <a:rPr sz="1350" b="1" baseline="3500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|V|×7</a:t>
            </a:r>
            <a:endParaRPr sz="1350" b="1" baseline="3500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2" name="full-202"/>
          <p:cNvSpPr>
            <a:spLocks noGrp="1"/>
          </p:cNvSpPr>
          <p:nvPr/>
        </p:nvSpPr>
        <p:spPr>
          <a:xfrm>
            <a:off x="6429375" y="7343775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p₁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3" name="full-203"/>
          <p:cNvSpPr>
            <a:spLocks noGrp="1"/>
          </p:cNvSpPr>
          <p:nvPr/>
        </p:nvSpPr>
        <p:spPr>
          <a:xfrm>
            <a:off x="6838950" y="7353300"/>
            <a:ext cx="510268" cy="258536"/>
          </a:xfrm>
          <a:prstGeom prst="rect">
            <a:avLst/>
          </a:prstGeom>
          <a:solidFill>
            <a:srgbClr val="EDF5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4" name="full-204"/>
          <p:cNvSpPr>
            <a:spLocks noGrp="1"/>
          </p:cNvSpPr>
          <p:nvPr/>
        </p:nvSpPr>
        <p:spPr>
          <a:xfrm>
            <a:off x="7349218" y="7353300"/>
            <a:ext cx="510268" cy="258536"/>
          </a:xfrm>
          <a:prstGeom prst="rect">
            <a:avLst/>
          </a:prstGeom>
          <a:solidFill>
            <a:srgbClr val="D1E3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5" name="full-205"/>
          <p:cNvSpPr>
            <a:spLocks noGrp="1"/>
          </p:cNvSpPr>
          <p:nvPr/>
        </p:nvSpPr>
        <p:spPr>
          <a:xfrm>
            <a:off x="7859486" y="7353300"/>
            <a:ext cx="510268" cy="258536"/>
          </a:xfrm>
          <a:prstGeom prst="rect">
            <a:avLst/>
          </a:prstGeom>
          <a:solidFill>
            <a:srgbClr val="B5D1E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6" name="full-206"/>
          <p:cNvSpPr>
            <a:spLocks noGrp="1"/>
          </p:cNvSpPr>
          <p:nvPr/>
        </p:nvSpPr>
        <p:spPr>
          <a:xfrm>
            <a:off x="8369754" y="7353300"/>
            <a:ext cx="510268" cy="258536"/>
          </a:xfrm>
          <a:prstGeom prst="rect">
            <a:avLst/>
          </a:prstGeom>
          <a:solidFill>
            <a:srgbClr val="99BF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7" name="full-207"/>
          <p:cNvSpPr>
            <a:spLocks noGrp="1"/>
          </p:cNvSpPr>
          <p:nvPr/>
        </p:nvSpPr>
        <p:spPr>
          <a:xfrm>
            <a:off x="8880021" y="7353300"/>
            <a:ext cx="510268" cy="258536"/>
          </a:xfrm>
          <a:prstGeom prst="rect">
            <a:avLst/>
          </a:prstGeom>
          <a:solidFill>
            <a:srgbClr val="DCEAF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8" name="full-208"/>
          <p:cNvSpPr>
            <a:spLocks noGrp="1"/>
          </p:cNvSpPr>
          <p:nvPr/>
        </p:nvSpPr>
        <p:spPr>
          <a:xfrm>
            <a:off x="9390289" y="7353300"/>
            <a:ext cx="510268" cy="258536"/>
          </a:xfrm>
          <a:prstGeom prst="rect">
            <a:avLst/>
          </a:prstGeom>
          <a:solidFill>
            <a:srgbClr val="C0D8F0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9" name="full-209"/>
          <p:cNvSpPr>
            <a:spLocks noGrp="1"/>
          </p:cNvSpPr>
          <p:nvPr/>
        </p:nvSpPr>
        <p:spPr>
          <a:xfrm>
            <a:off x="9900557" y="7353300"/>
            <a:ext cx="510268" cy="258536"/>
          </a:xfrm>
          <a:prstGeom prst="rect">
            <a:avLst/>
          </a:prstGeom>
          <a:solidFill>
            <a:srgbClr val="A4C6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0" name="full-210"/>
          <p:cNvSpPr>
            <a:spLocks noGrp="1"/>
          </p:cNvSpPr>
          <p:nvPr/>
        </p:nvSpPr>
        <p:spPr>
          <a:xfrm>
            <a:off x="6429375" y="7602311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p₂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1" name="full-211"/>
          <p:cNvSpPr>
            <a:spLocks noGrp="1"/>
          </p:cNvSpPr>
          <p:nvPr/>
        </p:nvSpPr>
        <p:spPr>
          <a:xfrm>
            <a:off x="6838950" y="7611836"/>
            <a:ext cx="510268" cy="258536"/>
          </a:xfrm>
          <a:prstGeom prst="rect">
            <a:avLst/>
          </a:prstGeom>
          <a:solidFill>
            <a:srgbClr val="C6DCF2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2" name="full-212"/>
          <p:cNvSpPr>
            <a:spLocks noGrp="1"/>
          </p:cNvSpPr>
          <p:nvPr/>
        </p:nvSpPr>
        <p:spPr>
          <a:xfrm>
            <a:off x="7349218" y="7611836"/>
            <a:ext cx="510268" cy="258536"/>
          </a:xfrm>
          <a:prstGeom prst="rect">
            <a:avLst/>
          </a:prstGeom>
          <a:solidFill>
            <a:srgbClr val="99BF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3" name="full-213"/>
          <p:cNvSpPr>
            <a:spLocks noGrp="1"/>
          </p:cNvSpPr>
          <p:nvPr/>
        </p:nvSpPr>
        <p:spPr>
          <a:xfrm>
            <a:off x="7859486" y="7611836"/>
            <a:ext cx="510268" cy="258536"/>
          </a:xfrm>
          <a:prstGeom prst="rect">
            <a:avLst/>
          </a:prstGeom>
          <a:solidFill>
            <a:srgbClr val="CBDFF4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4" name="full-214"/>
          <p:cNvSpPr>
            <a:spLocks noGrp="1"/>
          </p:cNvSpPr>
          <p:nvPr/>
        </p:nvSpPr>
        <p:spPr>
          <a:xfrm>
            <a:off x="8369754" y="7611836"/>
            <a:ext cx="510268" cy="258536"/>
          </a:xfrm>
          <a:prstGeom prst="rect">
            <a:avLst/>
          </a:prstGeom>
          <a:solidFill>
            <a:srgbClr val="9EC2E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5" name="full-215"/>
          <p:cNvSpPr>
            <a:spLocks noGrp="1"/>
          </p:cNvSpPr>
          <p:nvPr/>
        </p:nvSpPr>
        <p:spPr>
          <a:xfrm>
            <a:off x="8880021" y="7611836"/>
            <a:ext cx="510268" cy="258536"/>
          </a:xfrm>
          <a:prstGeom prst="rect">
            <a:avLst/>
          </a:prstGeom>
          <a:solidFill>
            <a:srgbClr val="D1E3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6" name="full-216"/>
          <p:cNvSpPr>
            <a:spLocks noGrp="1"/>
          </p:cNvSpPr>
          <p:nvPr/>
        </p:nvSpPr>
        <p:spPr>
          <a:xfrm>
            <a:off x="9390289" y="7611836"/>
            <a:ext cx="510268" cy="258536"/>
          </a:xfrm>
          <a:prstGeom prst="rect">
            <a:avLst/>
          </a:prstGeom>
          <a:solidFill>
            <a:srgbClr val="A4C6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7" name="full-217"/>
          <p:cNvSpPr>
            <a:spLocks noGrp="1"/>
          </p:cNvSpPr>
          <p:nvPr/>
        </p:nvSpPr>
        <p:spPr>
          <a:xfrm>
            <a:off x="9900557" y="7611836"/>
            <a:ext cx="510268" cy="258536"/>
          </a:xfrm>
          <a:prstGeom prst="rect">
            <a:avLst/>
          </a:prstGeom>
          <a:solidFill>
            <a:srgbClr val="D6E6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8" name="full-218"/>
          <p:cNvSpPr>
            <a:spLocks noGrp="1"/>
          </p:cNvSpPr>
          <p:nvPr/>
        </p:nvSpPr>
        <p:spPr>
          <a:xfrm>
            <a:off x="6429375" y="7860846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p₃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9" name="full-219"/>
          <p:cNvSpPr>
            <a:spLocks noGrp="1"/>
          </p:cNvSpPr>
          <p:nvPr/>
        </p:nvSpPr>
        <p:spPr>
          <a:xfrm>
            <a:off x="6838950" y="7870371"/>
            <a:ext cx="510268" cy="258536"/>
          </a:xfrm>
          <a:prstGeom prst="rect">
            <a:avLst/>
          </a:prstGeom>
          <a:solidFill>
            <a:srgbClr val="9EC2E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0" name="full-220"/>
          <p:cNvSpPr>
            <a:spLocks noGrp="1"/>
          </p:cNvSpPr>
          <p:nvPr/>
        </p:nvSpPr>
        <p:spPr>
          <a:xfrm>
            <a:off x="7349218" y="7870371"/>
            <a:ext cx="510268" cy="258536"/>
          </a:xfrm>
          <a:prstGeom prst="rect">
            <a:avLst/>
          </a:prstGeom>
          <a:solidFill>
            <a:srgbClr val="C0D8F0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1" name="full-221"/>
          <p:cNvSpPr>
            <a:spLocks noGrp="1"/>
          </p:cNvSpPr>
          <p:nvPr/>
        </p:nvSpPr>
        <p:spPr>
          <a:xfrm>
            <a:off x="7859486" y="7870371"/>
            <a:ext cx="510268" cy="258536"/>
          </a:xfrm>
          <a:prstGeom prst="rect">
            <a:avLst/>
          </a:prstGeom>
          <a:solidFill>
            <a:srgbClr val="E2EE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2" name="full-222"/>
          <p:cNvSpPr>
            <a:spLocks noGrp="1"/>
          </p:cNvSpPr>
          <p:nvPr/>
        </p:nvSpPr>
        <p:spPr>
          <a:xfrm>
            <a:off x="8369754" y="7870371"/>
            <a:ext cx="510268" cy="258536"/>
          </a:xfrm>
          <a:prstGeom prst="rect">
            <a:avLst/>
          </a:prstGeom>
          <a:solidFill>
            <a:srgbClr val="A4C6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3" name="full-223"/>
          <p:cNvSpPr>
            <a:spLocks noGrp="1"/>
          </p:cNvSpPr>
          <p:nvPr/>
        </p:nvSpPr>
        <p:spPr>
          <a:xfrm>
            <a:off x="8880021" y="7870371"/>
            <a:ext cx="510268" cy="258536"/>
          </a:xfrm>
          <a:prstGeom prst="rect">
            <a:avLst/>
          </a:prstGeom>
          <a:solidFill>
            <a:srgbClr val="C6DCF2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4" name="full-224"/>
          <p:cNvSpPr>
            <a:spLocks noGrp="1"/>
          </p:cNvSpPr>
          <p:nvPr/>
        </p:nvSpPr>
        <p:spPr>
          <a:xfrm>
            <a:off x="9390289" y="7870371"/>
            <a:ext cx="510268" cy="258536"/>
          </a:xfrm>
          <a:prstGeom prst="rect">
            <a:avLst/>
          </a:prstGeom>
          <a:solidFill>
            <a:srgbClr val="E7F1FB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5" name="full-225"/>
          <p:cNvSpPr>
            <a:spLocks noGrp="1"/>
          </p:cNvSpPr>
          <p:nvPr/>
        </p:nvSpPr>
        <p:spPr>
          <a:xfrm>
            <a:off x="9900557" y="7870371"/>
            <a:ext cx="510268" cy="258536"/>
          </a:xfrm>
          <a:prstGeom prst="rect">
            <a:avLst/>
          </a:prstGeom>
          <a:solidFill>
            <a:srgbClr val="A9C9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6" name="full-226"/>
          <p:cNvSpPr>
            <a:spLocks noGrp="1"/>
          </p:cNvSpPr>
          <p:nvPr/>
        </p:nvSpPr>
        <p:spPr>
          <a:xfrm>
            <a:off x="6429375" y="8119382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p₄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7" name="full-227"/>
          <p:cNvSpPr>
            <a:spLocks noGrp="1"/>
          </p:cNvSpPr>
          <p:nvPr/>
        </p:nvSpPr>
        <p:spPr>
          <a:xfrm>
            <a:off x="6838950" y="8128907"/>
            <a:ext cx="510268" cy="258536"/>
          </a:xfrm>
          <a:prstGeom prst="rect">
            <a:avLst/>
          </a:prstGeom>
          <a:solidFill>
            <a:srgbClr val="D6E6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8" name="full-228"/>
          <p:cNvSpPr>
            <a:spLocks noGrp="1"/>
          </p:cNvSpPr>
          <p:nvPr/>
        </p:nvSpPr>
        <p:spPr>
          <a:xfrm>
            <a:off x="7349218" y="8128907"/>
            <a:ext cx="510268" cy="258536"/>
          </a:xfrm>
          <a:prstGeom prst="rect">
            <a:avLst/>
          </a:prstGeom>
          <a:solidFill>
            <a:srgbClr val="E7F1FB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9" name="full-229"/>
          <p:cNvSpPr>
            <a:spLocks noGrp="1"/>
          </p:cNvSpPr>
          <p:nvPr/>
        </p:nvSpPr>
        <p:spPr>
          <a:xfrm>
            <a:off x="7859486" y="8128907"/>
            <a:ext cx="510268" cy="258536"/>
          </a:xfrm>
          <a:prstGeom prst="rect">
            <a:avLst/>
          </a:prstGeom>
          <a:solidFill>
            <a:srgbClr val="99BF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0" name="full-230"/>
          <p:cNvSpPr>
            <a:spLocks noGrp="1"/>
          </p:cNvSpPr>
          <p:nvPr/>
        </p:nvSpPr>
        <p:spPr>
          <a:xfrm>
            <a:off x="8369754" y="8128907"/>
            <a:ext cx="510268" cy="258536"/>
          </a:xfrm>
          <a:prstGeom prst="rect">
            <a:avLst/>
          </a:prstGeom>
          <a:solidFill>
            <a:srgbClr val="A9C9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1" name="full-231"/>
          <p:cNvSpPr>
            <a:spLocks noGrp="1"/>
          </p:cNvSpPr>
          <p:nvPr/>
        </p:nvSpPr>
        <p:spPr>
          <a:xfrm>
            <a:off x="8880021" y="8128907"/>
            <a:ext cx="510268" cy="258536"/>
          </a:xfrm>
          <a:prstGeom prst="rect">
            <a:avLst/>
          </a:prstGeom>
          <a:solidFill>
            <a:srgbClr val="BAD4E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2" name="full-232"/>
          <p:cNvSpPr>
            <a:spLocks noGrp="1"/>
          </p:cNvSpPr>
          <p:nvPr/>
        </p:nvSpPr>
        <p:spPr>
          <a:xfrm>
            <a:off x="9390289" y="8128907"/>
            <a:ext cx="510268" cy="258536"/>
          </a:xfrm>
          <a:prstGeom prst="rect">
            <a:avLst/>
          </a:prstGeom>
          <a:solidFill>
            <a:srgbClr val="CBDFF4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3" name="full-233"/>
          <p:cNvSpPr>
            <a:spLocks noGrp="1"/>
          </p:cNvSpPr>
          <p:nvPr/>
        </p:nvSpPr>
        <p:spPr>
          <a:xfrm>
            <a:off x="9900557" y="8128907"/>
            <a:ext cx="510268" cy="258536"/>
          </a:xfrm>
          <a:prstGeom prst="rect">
            <a:avLst/>
          </a:prstGeom>
          <a:solidFill>
            <a:srgbClr val="DCEAF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4" name="full-234"/>
          <p:cNvSpPr>
            <a:spLocks noGrp="1"/>
          </p:cNvSpPr>
          <p:nvPr/>
        </p:nvSpPr>
        <p:spPr>
          <a:xfrm>
            <a:off x="6429375" y="8377918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p₅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5" name="full-235"/>
          <p:cNvSpPr>
            <a:spLocks noGrp="1"/>
          </p:cNvSpPr>
          <p:nvPr/>
        </p:nvSpPr>
        <p:spPr>
          <a:xfrm>
            <a:off x="6838950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6" name="full-236"/>
          <p:cNvSpPr>
            <a:spLocks noGrp="1"/>
          </p:cNvSpPr>
          <p:nvPr/>
        </p:nvSpPr>
        <p:spPr>
          <a:xfrm>
            <a:off x="7349218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7" name="full-237"/>
          <p:cNvSpPr>
            <a:spLocks noGrp="1"/>
          </p:cNvSpPr>
          <p:nvPr/>
        </p:nvSpPr>
        <p:spPr>
          <a:xfrm>
            <a:off x="7859486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8" name="full-238"/>
          <p:cNvSpPr>
            <a:spLocks noGrp="1"/>
          </p:cNvSpPr>
          <p:nvPr/>
        </p:nvSpPr>
        <p:spPr>
          <a:xfrm>
            <a:off x="8369754" y="8387443"/>
            <a:ext cx="510268" cy="2585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9" name="full-239"/>
          <p:cNvSpPr>
            <a:spLocks noGrp="1"/>
          </p:cNvSpPr>
          <p:nvPr/>
        </p:nvSpPr>
        <p:spPr>
          <a:xfrm>
            <a:off x="8880021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0" name="full-240"/>
          <p:cNvSpPr>
            <a:spLocks noGrp="1"/>
          </p:cNvSpPr>
          <p:nvPr/>
        </p:nvSpPr>
        <p:spPr>
          <a:xfrm>
            <a:off x="9390289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1" name="full-241"/>
          <p:cNvSpPr>
            <a:spLocks noGrp="1"/>
          </p:cNvSpPr>
          <p:nvPr/>
        </p:nvSpPr>
        <p:spPr>
          <a:xfrm>
            <a:off x="9900557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2" name="full-242"/>
          <p:cNvSpPr>
            <a:spLocks noGrp="1"/>
          </p:cNvSpPr>
          <p:nvPr/>
        </p:nvSpPr>
        <p:spPr>
          <a:xfrm>
            <a:off x="6429375" y="8636454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p₆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3" name="full-243"/>
          <p:cNvSpPr>
            <a:spLocks noGrp="1"/>
          </p:cNvSpPr>
          <p:nvPr/>
        </p:nvSpPr>
        <p:spPr>
          <a:xfrm>
            <a:off x="6838950" y="8645979"/>
            <a:ext cx="510268" cy="258536"/>
          </a:xfrm>
          <a:prstGeom prst="rect">
            <a:avLst/>
          </a:prstGeom>
          <a:solidFill>
            <a:srgbClr val="E7F1FB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4" name="full-244"/>
          <p:cNvSpPr>
            <a:spLocks noGrp="1"/>
          </p:cNvSpPr>
          <p:nvPr/>
        </p:nvSpPr>
        <p:spPr>
          <a:xfrm>
            <a:off x="7349218" y="8645979"/>
            <a:ext cx="510268" cy="258536"/>
          </a:xfrm>
          <a:prstGeom prst="rect">
            <a:avLst/>
          </a:prstGeom>
          <a:solidFill>
            <a:srgbClr val="D6E6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5" name="full-245"/>
          <p:cNvSpPr>
            <a:spLocks noGrp="1"/>
          </p:cNvSpPr>
          <p:nvPr/>
        </p:nvSpPr>
        <p:spPr>
          <a:xfrm>
            <a:off x="7859486" y="8645979"/>
            <a:ext cx="510268" cy="258536"/>
          </a:xfrm>
          <a:prstGeom prst="rect">
            <a:avLst/>
          </a:prstGeom>
          <a:solidFill>
            <a:srgbClr val="C6DCF2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6" name="full-246"/>
          <p:cNvSpPr>
            <a:spLocks noGrp="1"/>
          </p:cNvSpPr>
          <p:nvPr/>
        </p:nvSpPr>
        <p:spPr>
          <a:xfrm>
            <a:off x="8369754" y="8645979"/>
            <a:ext cx="510268" cy="258536"/>
          </a:xfrm>
          <a:prstGeom prst="rect">
            <a:avLst/>
          </a:prstGeom>
          <a:solidFill>
            <a:srgbClr val="B5D1E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7" name="full-247"/>
          <p:cNvSpPr>
            <a:spLocks noGrp="1"/>
          </p:cNvSpPr>
          <p:nvPr/>
        </p:nvSpPr>
        <p:spPr>
          <a:xfrm>
            <a:off x="8880021" y="8645979"/>
            <a:ext cx="510268" cy="258536"/>
          </a:xfrm>
          <a:prstGeom prst="rect">
            <a:avLst/>
          </a:prstGeom>
          <a:solidFill>
            <a:srgbClr val="A4C6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8" name="full-248"/>
          <p:cNvSpPr>
            <a:spLocks noGrp="1"/>
          </p:cNvSpPr>
          <p:nvPr/>
        </p:nvSpPr>
        <p:spPr>
          <a:xfrm>
            <a:off x="9390289" y="8645979"/>
            <a:ext cx="510268" cy="258536"/>
          </a:xfrm>
          <a:prstGeom prst="rect">
            <a:avLst/>
          </a:prstGeom>
          <a:solidFill>
            <a:srgbClr val="93BBE4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9" name="full-249"/>
          <p:cNvSpPr>
            <a:spLocks noGrp="1"/>
          </p:cNvSpPr>
          <p:nvPr/>
        </p:nvSpPr>
        <p:spPr>
          <a:xfrm>
            <a:off x="9900557" y="8645979"/>
            <a:ext cx="510268" cy="258536"/>
          </a:xfrm>
          <a:prstGeom prst="rect">
            <a:avLst/>
          </a:prstGeom>
          <a:solidFill>
            <a:srgbClr val="E2EE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0" name="full-250"/>
          <p:cNvSpPr>
            <a:spLocks noGrp="1"/>
          </p:cNvSpPr>
          <p:nvPr/>
        </p:nvSpPr>
        <p:spPr>
          <a:xfrm>
            <a:off x="6429375" y="8894989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p₇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1" name="full-251"/>
          <p:cNvSpPr>
            <a:spLocks noGrp="1"/>
          </p:cNvSpPr>
          <p:nvPr/>
        </p:nvSpPr>
        <p:spPr>
          <a:xfrm>
            <a:off x="6838950" y="8904514"/>
            <a:ext cx="510268" cy="258536"/>
          </a:xfrm>
          <a:prstGeom prst="rect">
            <a:avLst/>
          </a:prstGeom>
          <a:solidFill>
            <a:srgbClr val="C0D8F0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2" name="full-252"/>
          <p:cNvSpPr>
            <a:spLocks noGrp="1"/>
          </p:cNvSpPr>
          <p:nvPr/>
        </p:nvSpPr>
        <p:spPr>
          <a:xfrm>
            <a:off x="7349218" y="8904514"/>
            <a:ext cx="510268" cy="258536"/>
          </a:xfrm>
          <a:prstGeom prst="rect">
            <a:avLst/>
          </a:prstGeom>
          <a:solidFill>
            <a:srgbClr val="9EC2E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3" name="full-253"/>
          <p:cNvSpPr>
            <a:spLocks noGrp="1"/>
          </p:cNvSpPr>
          <p:nvPr/>
        </p:nvSpPr>
        <p:spPr>
          <a:xfrm>
            <a:off x="7859486" y="8904514"/>
            <a:ext cx="510268" cy="258536"/>
          </a:xfrm>
          <a:prstGeom prst="rect">
            <a:avLst/>
          </a:prstGeom>
          <a:solidFill>
            <a:srgbClr val="DCEAF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4" name="full-254"/>
          <p:cNvSpPr>
            <a:spLocks noGrp="1"/>
          </p:cNvSpPr>
          <p:nvPr/>
        </p:nvSpPr>
        <p:spPr>
          <a:xfrm>
            <a:off x="8369754" y="8904514"/>
            <a:ext cx="510268" cy="258536"/>
          </a:xfrm>
          <a:prstGeom prst="rect">
            <a:avLst/>
          </a:prstGeom>
          <a:solidFill>
            <a:srgbClr val="BAD4E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5" name="full-255"/>
          <p:cNvSpPr>
            <a:spLocks noGrp="1"/>
          </p:cNvSpPr>
          <p:nvPr/>
        </p:nvSpPr>
        <p:spPr>
          <a:xfrm>
            <a:off x="8880021" y="8904514"/>
            <a:ext cx="510268" cy="258536"/>
          </a:xfrm>
          <a:prstGeom prst="rect">
            <a:avLst/>
          </a:prstGeom>
          <a:solidFill>
            <a:srgbClr val="99BF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6" name="full-256"/>
          <p:cNvSpPr>
            <a:spLocks noGrp="1"/>
          </p:cNvSpPr>
          <p:nvPr/>
        </p:nvSpPr>
        <p:spPr>
          <a:xfrm>
            <a:off x="9390289" y="8904514"/>
            <a:ext cx="510268" cy="258536"/>
          </a:xfrm>
          <a:prstGeom prst="rect">
            <a:avLst/>
          </a:prstGeom>
          <a:solidFill>
            <a:srgbClr val="D6E6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7" name="full-257"/>
          <p:cNvSpPr>
            <a:spLocks noGrp="1"/>
          </p:cNvSpPr>
          <p:nvPr/>
        </p:nvSpPr>
        <p:spPr>
          <a:xfrm>
            <a:off x="9900557" y="8904514"/>
            <a:ext cx="510268" cy="258536"/>
          </a:xfrm>
          <a:prstGeom prst="rect">
            <a:avLst/>
          </a:prstGeom>
          <a:solidFill>
            <a:srgbClr val="B5D1E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8" name="full-258"/>
          <p:cNvSpPr>
            <a:spLocks noGrp="1"/>
          </p:cNvSpPr>
          <p:nvPr/>
        </p:nvSpPr>
        <p:spPr>
          <a:xfrm>
            <a:off x="10658475" y="7353300"/>
            <a:ext cx="114300" cy="129254"/>
          </a:xfrm>
          <a:prstGeom prst="rect">
            <a:avLst/>
          </a:prstGeom>
          <a:solidFill>
            <a:srgbClr val="EAF4FE"/>
          </a:solidFill>
          <a:ln w="9525">
            <a:noFill/>
            <a:prstDash val="solid"/>
          </a:ln>
        </p:spPr>
      </p:sp>
      <p:sp>
        <p:nvSpPr>
          <p:cNvPr id="279" name="full-259"/>
          <p:cNvSpPr>
            <a:spLocks noGrp="1"/>
          </p:cNvSpPr>
          <p:nvPr/>
        </p:nvSpPr>
        <p:spPr>
          <a:xfrm>
            <a:off x="10658475" y="7482554"/>
            <a:ext cx="114300" cy="129254"/>
          </a:xfrm>
          <a:prstGeom prst="rect">
            <a:avLst/>
          </a:prstGeom>
          <a:solidFill>
            <a:srgbClr val="DDECFA"/>
          </a:solidFill>
          <a:ln w="9525">
            <a:noFill/>
            <a:prstDash val="solid"/>
          </a:ln>
        </p:spPr>
      </p:sp>
      <p:sp>
        <p:nvSpPr>
          <p:cNvPr id="280" name="full-260"/>
          <p:cNvSpPr>
            <a:spLocks noGrp="1"/>
          </p:cNvSpPr>
          <p:nvPr/>
        </p:nvSpPr>
        <p:spPr>
          <a:xfrm>
            <a:off x="10658475" y="7611809"/>
            <a:ext cx="114300" cy="129254"/>
          </a:xfrm>
          <a:prstGeom prst="rect">
            <a:avLst/>
          </a:prstGeom>
          <a:solidFill>
            <a:srgbClr val="D0E4F6"/>
          </a:solidFill>
          <a:ln w="9525">
            <a:noFill/>
            <a:prstDash val="solid"/>
          </a:ln>
        </p:spPr>
      </p:sp>
      <p:sp>
        <p:nvSpPr>
          <p:cNvPr id="281" name="full-261"/>
          <p:cNvSpPr>
            <a:spLocks noGrp="1"/>
          </p:cNvSpPr>
          <p:nvPr/>
        </p:nvSpPr>
        <p:spPr>
          <a:xfrm>
            <a:off x="10658475" y="7741063"/>
            <a:ext cx="114300" cy="129254"/>
          </a:xfrm>
          <a:prstGeom prst="rect">
            <a:avLst/>
          </a:prstGeom>
          <a:solidFill>
            <a:srgbClr val="C2DCF2"/>
          </a:solidFill>
          <a:ln w="9525">
            <a:noFill/>
            <a:prstDash val="solid"/>
          </a:ln>
        </p:spPr>
      </p:sp>
      <p:sp>
        <p:nvSpPr>
          <p:cNvPr id="282" name="full-262"/>
          <p:cNvSpPr>
            <a:spLocks noGrp="1"/>
          </p:cNvSpPr>
          <p:nvPr/>
        </p:nvSpPr>
        <p:spPr>
          <a:xfrm>
            <a:off x="10658475" y="7870317"/>
            <a:ext cx="114300" cy="129254"/>
          </a:xfrm>
          <a:prstGeom prst="rect">
            <a:avLst/>
          </a:prstGeom>
          <a:solidFill>
            <a:srgbClr val="B5D4EE"/>
          </a:solidFill>
          <a:ln w="9525">
            <a:noFill/>
            <a:prstDash val="solid"/>
          </a:ln>
        </p:spPr>
      </p:sp>
      <p:sp>
        <p:nvSpPr>
          <p:cNvPr id="283" name="full-263"/>
          <p:cNvSpPr>
            <a:spLocks noGrp="1"/>
          </p:cNvSpPr>
          <p:nvPr/>
        </p:nvSpPr>
        <p:spPr>
          <a:xfrm>
            <a:off x="10658475" y="7999571"/>
            <a:ext cx="114300" cy="129254"/>
          </a:xfrm>
          <a:prstGeom prst="rect">
            <a:avLst/>
          </a:prstGeom>
          <a:solidFill>
            <a:srgbClr val="A8CCEA"/>
          </a:solidFill>
          <a:ln w="9525">
            <a:noFill/>
            <a:prstDash val="solid"/>
          </a:ln>
        </p:spPr>
      </p:sp>
      <p:sp>
        <p:nvSpPr>
          <p:cNvPr id="284" name="full-264"/>
          <p:cNvSpPr>
            <a:spLocks noGrp="1"/>
          </p:cNvSpPr>
          <p:nvPr/>
        </p:nvSpPr>
        <p:spPr>
          <a:xfrm>
            <a:off x="10658475" y="8128826"/>
            <a:ext cx="114300" cy="129254"/>
          </a:xfrm>
          <a:prstGeom prst="rect">
            <a:avLst/>
          </a:prstGeom>
          <a:solidFill>
            <a:srgbClr val="9BC4E6"/>
          </a:solidFill>
          <a:ln w="9525">
            <a:noFill/>
            <a:prstDash val="solid"/>
          </a:ln>
        </p:spPr>
      </p:sp>
      <p:sp>
        <p:nvSpPr>
          <p:cNvPr id="285" name="full-265"/>
          <p:cNvSpPr>
            <a:spLocks noGrp="1"/>
          </p:cNvSpPr>
          <p:nvPr/>
        </p:nvSpPr>
        <p:spPr>
          <a:xfrm>
            <a:off x="10658475" y="8258080"/>
            <a:ext cx="114300" cy="129254"/>
          </a:xfrm>
          <a:prstGeom prst="rect">
            <a:avLst/>
          </a:prstGeom>
          <a:solidFill>
            <a:srgbClr val="8DBBE2"/>
          </a:solidFill>
          <a:ln w="9525">
            <a:noFill/>
            <a:prstDash val="solid"/>
          </a:ln>
        </p:spPr>
      </p:sp>
      <p:sp>
        <p:nvSpPr>
          <p:cNvPr id="286" name="full-266"/>
          <p:cNvSpPr>
            <a:spLocks noGrp="1"/>
          </p:cNvSpPr>
          <p:nvPr/>
        </p:nvSpPr>
        <p:spPr>
          <a:xfrm>
            <a:off x="10658475" y="8387334"/>
            <a:ext cx="114300" cy="129254"/>
          </a:xfrm>
          <a:prstGeom prst="rect">
            <a:avLst/>
          </a:prstGeom>
          <a:solidFill>
            <a:srgbClr val="80B3DE"/>
          </a:solidFill>
          <a:ln w="9525">
            <a:noFill/>
            <a:prstDash val="solid"/>
          </a:ln>
        </p:spPr>
      </p:sp>
      <p:sp>
        <p:nvSpPr>
          <p:cNvPr id="287" name="full-267"/>
          <p:cNvSpPr>
            <a:spLocks noGrp="1"/>
          </p:cNvSpPr>
          <p:nvPr/>
        </p:nvSpPr>
        <p:spPr>
          <a:xfrm>
            <a:off x="10658475" y="8516588"/>
            <a:ext cx="114300" cy="129254"/>
          </a:xfrm>
          <a:prstGeom prst="rect">
            <a:avLst/>
          </a:prstGeom>
          <a:solidFill>
            <a:srgbClr val="73ABDA"/>
          </a:solidFill>
          <a:ln w="9525">
            <a:noFill/>
            <a:prstDash val="solid"/>
          </a:ln>
        </p:spPr>
      </p:sp>
      <p:sp>
        <p:nvSpPr>
          <p:cNvPr id="288" name="full-268"/>
          <p:cNvSpPr>
            <a:spLocks noGrp="1"/>
          </p:cNvSpPr>
          <p:nvPr/>
        </p:nvSpPr>
        <p:spPr>
          <a:xfrm>
            <a:off x="10658475" y="8645843"/>
            <a:ext cx="114300" cy="129254"/>
          </a:xfrm>
          <a:prstGeom prst="rect">
            <a:avLst/>
          </a:prstGeom>
          <a:solidFill>
            <a:srgbClr val="66A3D6"/>
          </a:solidFill>
          <a:ln w="9525">
            <a:noFill/>
            <a:prstDash val="solid"/>
          </a:ln>
        </p:spPr>
      </p:sp>
      <p:sp>
        <p:nvSpPr>
          <p:cNvPr id="289" name="full-269"/>
          <p:cNvSpPr>
            <a:spLocks noGrp="1"/>
          </p:cNvSpPr>
          <p:nvPr/>
        </p:nvSpPr>
        <p:spPr>
          <a:xfrm>
            <a:off x="10658475" y="8775097"/>
            <a:ext cx="114300" cy="129254"/>
          </a:xfrm>
          <a:prstGeom prst="rect">
            <a:avLst/>
          </a:prstGeom>
          <a:solidFill>
            <a:srgbClr val="589BD2"/>
          </a:solidFill>
          <a:ln w="9525">
            <a:noFill/>
            <a:prstDash val="solid"/>
          </a:ln>
        </p:spPr>
      </p:sp>
      <p:sp>
        <p:nvSpPr>
          <p:cNvPr id="290" name="full-270"/>
          <p:cNvSpPr>
            <a:spLocks noGrp="1"/>
          </p:cNvSpPr>
          <p:nvPr/>
        </p:nvSpPr>
        <p:spPr>
          <a:xfrm>
            <a:off x="10658475" y="8904351"/>
            <a:ext cx="114300" cy="129254"/>
          </a:xfrm>
          <a:prstGeom prst="rect">
            <a:avLst/>
          </a:prstGeom>
          <a:solidFill>
            <a:srgbClr val="4B93CE"/>
          </a:solidFill>
          <a:ln w="9525">
            <a:noFill/>
            <a:prstDash val="solid"/>
          </a:ln>
        </p:spPr>
      </p:sp>
      <p:sp>
        <p:nvSpPr>
          <p:cNvPr id="291" name="full-271"/>
          <p:cNvSpPr>
            <a:spLocks noGrp="1"/>
          </p:cNvSpPr>
          <p:nvPr/>
        </p:nvSpPr>
        <p:spPr>
          <a:xfrm>
            <a:off x="10658475" y="9033605"/>
            <a:ext cx="114300" cy="129254"/>
          </a:xfrm>
          <a:prstGeom prst="rect">
            <a:avLst/>
          </a:prstGeom>
          <a:solidFill>
            <a:srgbClr val="3E8BCA"/>
          </a:solidFill>
          <a:ln w="9525">
            <a:noFill/>
            <a:prstDash val="solid"/>
          </a:ln>
        </p:spPr>
      </p:sp>
      <p:sp>
        <p:nvSpPr>
          <p:cNvPr id="292" name="full-272"/>
          <p:cNvSpPr>
            <a:spLocks noGrp="1"/>
          </p:cNvSpPr>
          <p:nvPr/>
        </p:nvSpPr>
        <p:spPr>
          <a:xfrm>
            <a:off x="11391900" y="1066800"/>
            <a:ext cx="5438775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节点 p₂ 的 K = 2 邻域示意图</a:t>
            </a:r>
            <a:endParaRPr sz="1950" b="1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93" name="full-273"/>
          <p:cNvSpPr>
            <a:spLocks noGrp="1"/>
          </p:cNvSpPr>
          <p:nvPr/>
        </p:nvSpPr>
        <p:spPr>
          <a:xfrm>
            <a:off x="11525250" y="1381125"/>
            <a:ext cx="3714750" cy="3714750"/>
          </a:xfrm>
          <a:prstGeom prst="ellipse">
            <a:avLst/>
          </a:prstGeom>
          <a:solidFill>
            <a:srgbClr val="F3F9FE"/>
          </a:solidFill>
          <a:ln w="10478">
            <a:solidFill>
              <a:srgbClr val="86B9E8"/>
            </a:solidFill>
            <a:prstDash val="dash"/>
          </a:ln>
        </p:spPr>
      </p:sp>
      <p:sp>
        <p:nvSpPr>
          <p:cNvPr id="294" name="full-274"/>
          <p:cNvSpPr>
            <a:spLocks noGrp="1"/>
          </p:cNvSpPr>
          <p:nvPr/>
        </p:nvSpPr>
        <p:spPr>
          <a:xfrm>
            <a:off x="12144375" y="2000250"/>
            <a:ext cx="2476500" cy="2476500"/>
          </a:xfrm>
          <a:prstGeom prst="ellipse">
            <a:avLst/>
          </a:prstGeom>
          <a:solidFill>
            <a:srgbClr val="FFFBF1"/>
          </a:solidFill>
          <a:ln w="10478">
            <a:solidFill>
              <a:srgbClr val="E7B054"/>
            </a:solidFill>
            <a:prstDash val="dash"/>
          </a:ln>
        </p:spPr>
      </p:sp>
      <p:sp>
        <p:nvSpPr>
          <p:cNvPr id="295" name="node-1-274"/>
          <p:cNvSpPr>
            <a:spLocks noGrp="1"/>
          </p:cNvSpPr>
          <p:nvPr/>
        </p:nvSpPr>
        <p:spPr>
          <a:xfrm>
            <a:off x="12430125" y="2333625"/>
            <a:ext cx="476250" cy="47625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p₁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6" name="node-2-274"/>
          <p:cNvSpPr>
            <a:spLocks noGrp="1"/>
          </p:cNvSpPr>
          <p:nvPr/>
        </p:nvSpPr>
        <p:spPr>
          <a:xfrm>
            <a:off x="13144500" y="3000375"/>
            <a:ext cx="476250" cy="476250"/>
          </a:xfrm>
          <a:prstGeom prst="ellipse">
            <a:avLst/>
          </a:prstGeom>
          <a:solidFill>
            <a:srgbClr val="D8EDFC"/>
          </a:solidFill>
          <a:ln w="24765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p₂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7" name="node-3-274"/>
          <p:cNvSpPr>
            <a:spLocks noGrp="1"/>
          </p:cNvSpPr>
          <p:nvPr/>
        </p:nvSpPr>
        <p:spPr>
          <a:xfrm>
            <a:off x="14001750" y="2524125"/>
            <a:ext cx="476250" cy="47625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p₃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8" name="node-4-274"/>
          <p:cNvSpPr>
            <a:spLocks noGrp="1"/>
          </p:cNvSpPr>
          <p:nvPr/>
        </p:nvSpPr>
        <p:spPr>
          <a:xfrm>
            <a:off x="11811000" y="3810000"/>
            <a:ext cx="476250" cy="47625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p₄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9" name="node-5-274"/>
          <p:cNvSpPr>
            <a:spLocks noGrp="1"/>
          </p:cNvSpPr>
          <p:nvPr/>
        </p:nvSpPr>
        <p:spPr>
          <a:xfrm>
            <a:off x="13430250" y="4552950"/>
            <a:ext cx="476250" cy="47625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p₅</a:t>
            </a:r>
            <a:endParaRPr sz="2325" i="1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0" name="node-6-274"/>
          <p:cNvSpPr>
            <a:spLocks noGrp="1"/>
          </p:cNvSpPr>
          <p:nvPr/>
        </p:nvSpPr>
        <p:spPr>
          <a:xfrm>
            <a:off x="15954375" y="3286125"/>
            <a:ext cx="476250" cy="476250"/>
          </a:xfrm>
          <a:prstGeom prst="ellipse">
            <a:avLst/>
          </a:prstGeom>
          <a:solidFill>
            <a:srgbClr val="EDF1F6"/>
          </a:solidFill>
          <a:ln w="14288">
            <a:solidFill>
              <a:srgbClr val="A5B6CB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8A9AB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p₆</a:t>
            </a:r>
            <a:endParaRPr sz="2325" i="1">
              <a:solidFill>
                <a:srgbClr val="8A9AB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1" name="node-7-274"/>
          <p:cNvSpPr>
            <a:spLocks noGrp="1"/>
          </p:cNvSpPr>
          <p:nvPr/>
        </p:nvSpPr>
        <p:spPr>
          <a:xfrm>
            <a:off x="15382875" y="4619625"/>
            <a:ext cx="476250" cy="476250"/>
          </a:xfrm>
          <a:prstGeom prst="ellipse">
            <a:avLst/>
          </a:prstGeom>
          <a:solidFill>
            <a:srgbClr val="EDF1F6"/>
          </a:solidFill>
          <a:ln w="14288">
            <a:solidFill>
              <a:srgbClr val="A5B6CB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8A9AB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p₇</a:t>
            </a:r>
            <a:endParaRPr sz="2325" i="1">
              <a:solidFill>
                <a:srgbClr val="8A9AB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2" name="full-275"/>
          <p:cNvSpPr>
            <a:spLocks noGrp="1"/>
          </p:cNvSpPr>
          <p:nvPr/>
        </p:nvSpPr>
        <p:spPr>
          <a:xfrm>
            <a:off x="12842333" y="2734227"/>
            <a:ext cx="366210" cy="341796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3" name="full-276"/>
          <p:cNvSpPr>
            <a:spLocks noGrp="1"/>
          </p:cNvSpPr>
          <p:nvPr/>
        </p:nvSpPr>
        <p:spPr>
          <a:xfrm flipH="1">
            <a:off x="13590784" y="2877894"/>
            <a:ext cx="440933" cy="244963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4" name="full-277"/>
          <p:cNvSpPr>
            <a:spLocks noGrp="1"/>
          </p:cNvSpPr>
          <p:nvPr/>
        </p:nvSpPr>
        <p:spPr>
          <a:xfrm>
            <a:off x="12265556" y="4147429"/>
            <a:ext cx="1186388" cy="544343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5" name="full-278"/>
          <p:cNvSpPr>
            <a:spLocks noGrp="1"/>
          </p:cNvSpPr>
          <p:nvPr/>
        </p:nvSpPr>
        <p:spPr>
          <a:xfrm flipH="1">
            <a:off x="15714802" y="3743121"/>
            <a:ext cx="383896" cy="895757"/>
          </a:xfrm>
          <a:prstGeom prst="line">
            <a:avLst/>
          </a:prstGeom>
          <a:noFill/>
          <a:ln w="12383">
            <a:solidFill>
              <a:srgbClr val="B3C0D3"/>
            </a:solidFill>
            <a:prstDash val="solid"/>
          </a:ln>
        </p:spPr>
      </p:sp>
      <p:sp>
        <p:nvSpPr>
          <p:cNvPr id="306" name="full-279"/>
          <p:cNvSpPr>
            <a:spLocks noGrp="1"/>
          </p:cNvSpPr>
          <p:nvPr/>
        </p:nvSpPr>
        <p:spPr>
          <a:xfrm flipH="1">
            <a:off x="12141214" y="2791348"/>
            <a:ext cx="434946" cy="1037180"/>
          </a:xfrm>
          <a:prstGeom prst="line">
            <a:avLst/>
          </a:prstGeom>
          <a:noFill/>
          <a:ln w="15240">
            <a:solidFill>
              <a:srgbClr val="6B829E"/>
            </a:solidFill>
            <a:prstDash val="dash"/>
          </a:ln>
        </p:spPr>
      </p:sp>
      <p:sp>
        <p:nvSpPr>
          <p:cNvPr id="307" name="full-280"/>
          <p:cNvSpPr>
            <a:spLocks noGrp="1"/>
          </p:cNvSpPr>
          <p:nvPr/>
        </p:nvSpPr>
        <p:spPr>
          <a:xfrm flipH="1">
            <a:off x="13732940" y="2991455"/>
            <a:ext cx="442370" cy="1570415"/>
          </a:xfrm>
          <a:prstGeom prst="line">
            <a:avLst/>
          </a:prstGeom>
          <a:noFill/>
          <a:ln w="15240">
            <a:solidFill>
              <a:srgbClr val="6B829E"/>
            </a:solidFill>
            <a:prstDash val="dash"/>
          </a:ln>
        </p:spPr>
      </p:sp>
      <p:sp>
        <p:nvSpPr>
          <p:cNvPr id="308" name="full-281"/>
          <p:cNvSpPr>
            <a:spLocks noGrp="1"/>
          </p:cNvSpPr>
          <p:nvPr/>
        </p:nvSpPr>
        <p:spPr>
          <a:xfrm flipH="1">
            <a:off x="12285369" y="3554120"/>
            <a:ext cx="3670887" cy="464135"/>
          </a:xfrm>
          <a:prstGeom prst="line">
            <a:avLst/>
          </a:prstGeom>
          <a:noFill/>
          <a:ln w="12383">
            <a:solidFill>
              <a:srgbClr val="B3C0D3"/>
            </a:solidFill>
            <a:prstDash val="dash"/>
          </a:ln>
        </p:spPr>
      </p:sp>
      <p:sp>
        <p:nvSpPr>
          <p:cNvPr id="309" name="full-282"/>
          <p:cNvSpPr>
            <a:spLocks noGrp="1"/>
          </p:cNvSpPr>
          <p:nvPr/>
        </p:nvSpPr>
        <p:spPr>
          <a:xfrm>
            <a:off x="13906361" y="4799201"/>
            <a:ext cx="1476652" cy="50422"/>
          </a:xfrm>
          <a:prstGeom prst="line">
            <a:avLst/>
          </a:prstGeom>
          <a:noFill/>
          <a:ln w="12383">
            <a:solidFill>
              <a:srgbClr val="B3C0D3"/>
            </a:solidFill>
            <a:prstDash val="dash"/>
          </a:ln>
        </p:spPr>
      </p:sp>
      <p:sp>
        <p:nvSpPr>
          <p:cNvPr id="310" name="full-283"/>
          <p:cNvSpPr>
            <a:spLocks noGrp="1"/>
          </p:cNvSpPr>
          <p:nvPr/>
        </p:nvSpPr>
        <p:spPr>
          <a:xfrm>
            <a:off x="14639925" y="1485900"/>
            <a:ext cx="2171700" cy="542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 dirty="0">
                <a:solidFill>
                  <a:srgbClr val="2474BD"/>
                </a:solidFill>
                <a:latin typeface="宋体"/>
                <a:ea typeface="宋体"/>
                <a:cs typeface="宋体"/>
              </a:rPr>
              <a:t>2跳邻域</a:t>
            </a:r>
            <a:endParaRPr sz="1650" b="1" dirty="0">
              <a:solidFill>
                <a:srgbClr val="2474BD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1" name="full-284"/>
          <p:cNvSpPr>
            <a:spLocks noGrp="1"/>
          </p:cNvSpPr>
          <p:nvPr/>
        </p:nvSpPr>
        <p:spPr>
          <a:xfrm flipH="1">
            <a:off x="14716789" y="1790700"/>
            <a:ext cx="237461" cy="305307"/>
          </a:xfrm>
          <a:prstGeom prst="line">
            <a:avLst/>
          </a:prstGeom>
          <a:noFill/>
          <a:ln w="13335">
            <a:solidFill>
              <a:srgbClr val="2474BD"/>
            </a:solidFill>
            <a:prstDash val="solid"/>
          </a:ln>
        </p:spPr>
      </p:sp>
      <p:sp>
        <p:nvSpPr>
          <p:cNvPr id="312" name="full-285"/>
          <p:cNvSpPr>
            <a:spLocks noGrp="1"/>
          </p:cNvSpPr>
          <p:nvPr/>
        </p:nvSpPr>
        <p:spPr>
          <a:xfrm rot="13072499">
            <a:off x="14630400" y="2076450"/>
            <a:ext cx="114300" cy="114300"/>
          </a:xfrm>
          <a:prstGeom prst="triangle">
            <a:avLst/>
          </a:prstGeom>
          <a:solidFill>
            <a:srgbClr val="2474BD"/>
          </a:solidFill>
          <a:ln w="9525">
            <a:noFill/>
            <a:prstDash val="solid"/>
          </a:ln>
        </p:spPr>
      </p:sp>
      <p:sp>
        <p:nvSpPr>
          <p:cNvPr id="313" name="full-286"/>
          <p:cNvSpPr>
            <a:spLocks noGrp="1"/>
          </p:cNvSpPr>
          <p:nvPr/>
        </p:nvSpPr>
        <p:spPr>
          <a:xfrm>
            <a:off x="15125700" y="2257425"/>
            <a:ext cx="1619250" cy="523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 dirty="0">
                <a:solidFill>
                  <a:srgbClr val="C47C23"/>
                </a:solidFill>
                <a:latin typeface="宋体"/>
                <a:ea typeface="宋体"/>
                <a:cs typeface="宋体"/>
              </a:rPr>
              <a:t>1跳邻域</a:t>
            </a:r>
            <a:br>
              <a:rPr sz="1650" b="1" dirty="0">
                <a:solidFill>
                  <a:srgbClr val="C47C23"/>
                </a:solidFill>
                <a:latin typeface="宋体"/>
                <a:ea typeface="宋体"/>
                <a:cs typeface="宋体"/>
              </a:rPr>
            </a:br>
            <a:r>
              <a:rPr sz="1650" b="1" dirty="0">
                <a:solidFill>
                  <a:srgbClr val="C47C23"/>
                </a:solidFill>
                <a:latin typeface="宋体"/>
                <a:ea typeface="宋体"/>
                <a:cs typeface="宋体"/>
              </a:rPr>
              <a:t>（</a:t>
            </a:r>
            <a:r>
              <a:rPr sz="1650" b="1" dirty="0" err="1">
                <a:solidFill>
                  <a:srgbClr val="C47C23"/>
                </a:solidFill>
                <a:latin typeface="宋体"/>
                <a:ea typeface="宋体"/>
                <a:cs typeface="宋体"/>
              </a:rPr>
              <a:t>直接相邻</a:t>
            </a:r>
            <a:r>
              <a:rPr sz="1650" b="1" dirty="0">
                <a:solidFill>
                  <a:srgbClr val="C47C23"/>
                </a:solidFill>
                <a:latin typeface="宋体"/>
                <a:ea typeface="宋体"/>
                <a:cs typeface="宋体"/>
              </a:rPr>
              <a:t>）</a:t>
            </a:r>
            <a:endParaRPr sz="1650" b="1" dirty="0">
              <a:solidFill>
                <a:srgbClr val="C47C23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4" name="full-287"/>
          <p:cNvSpPr>
            <a:spLocks noGrp="1"/>
          </p:cNvSpPr>
          <p:nvPr/>
        </p:nvSpPr>
        <p:spPr>
          <a:xfrm flipH="1">
            <a:off x="14629378" y="2562225"/>
            <a:ext cx="677297" cy="142589"/>
          </a:xfrm>
          <a:prstGeom prst="line">
            <a:avLst/>
          </a:prstGeom>
          <a:noFill/>
          <a:ln w="13335">
            <a:solidFill>
              <a:srgbClr val="D58B30"/>
            </a:solidFill>
            <a:prstDash val="solid"/>
          </a:ln>
        </p:spPr>
      </p:sp>
      <p:sp>
        <p:nvSpPr>
          <p:cNvPr id="315" name="full-288"/>
          <p:cNvSpPr>
            <a:spLocks noGrp="1"/>
          </p:cNvSpPr>
          <p:nvPr/>
        </p:nvSpPr>
        <p:spPr>
          <a:xfrm rot="15486681">
            <a:off x="14525625" y="2657475"/>
            <a:ext cx="114300" cy="114300"/>
          </a:xfrm>
          <a:prstGeom prst="triangle">
            <a:avLst/>
          </a:prstGeom>
          <a:solidFill>
            <a:srgbClr val="D58B30"/>
          </a:solidFill>
          <a:ln w="9525">
            <a:noFill/>
            <a:prstDash val="solid"/>
          </a:ln>
        </p:spPr>
      </p:sp>
      <p:sp>
        <p:nvSpPr>
          <p:cNvPr id="316" name="full-289"/>
          <p:cNvSpPr>
            <a:spLocks noGrp="1"/>
          </p:cNvSpPr>
          <p:nvPr/>
        </p:nvSpPr>
        <p:spPr>
          <a:xfrm>
            <a:off x="14801850" y="5076825"/>
            <a:ext cx="2019300" cy="2190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425"/>
            </a:defPPr>
            <a:lvl1pPr algn="ctr">
              <a:defRPr sz="1425"/>
            </a:lvl1pPr>
            <a:lvl2pPr algn="ctr">
              <a:defRPr sz="1425"/>
            </a:lvl2pPr>
            <a:lvl3pPr algn="ctr">
              <a:defRPr sz="1425"/>
            </a:lvl3pPr>
            <a:lvl4pPr algn="ctr">
              <a:defRPr sz="1425"/>
            </a:lvl4pPr>
            <a:lvl5pPr algn="ctr">
              <a:defRPr sz="1425"/>
            </a:lvl5pPr>
            <a:lvl6pPr algn="ctr">
              <a:defRPr sz="1425"/>
            </a:lvl6pPr>
            <a:lvl7pPr algn="ctr">
              <a:defRPr sz="1425"/>
            </a:lvl7pPr>
            <a:lvl8pPr algn="ctr">
              <a:defRPr sz="1425"/>
            </a:lvl8pPr>
            <a:lvl9pPr algn="ctr">
              <a:defRPr sz="1425"/>
            </a:lvl9pPr>
          </a:lstStyle>
          <a:p>
            <a:pPr algn="ctr">
              <a:defRPr sz="1425"/>
            </a:pPr>
            <a:r>
              <a:rPr sz="1425" b="0">
                <a:solidFill>
                  <a:srgbClr val="667D97"/>
                </a:solidFill>
                <a:latin typeface="宋体"/>
                <a:ea typeface="宋体"/>
                <a:cs typeface="宋体"/>
              </a:rPr>
              <a:t>灰色节点为三跳</a:t>
            </a:r>
            <a:endParaRPr sz="1425" b="0">
              <a:solidFill>
                <a:srgbClr val="667D97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7" name="full-290"/>
          <p:cNvSpPr>
            <a:spLocks noGrp="1"/>
          </p:cNvSpPr>
          <p:nvPr/>
        </p:nvSpPr>
        <p:spPr>
          <a:xfrm>
            <a:off x="11363325" y="5400675"/>
            <a:ext cx="3000375" cy="1609725"/>
          </a:xfrm>
          <a:prstGeom prst="roundRect">
            <a:avLst>
              <a:gd name="adj" fmla="val 7101"/>
            </a:avLst>
          </a:prstGeom>
          <a:gradFill rotWithShape="1">
            <a:gsLst>
              <a:gs pos="0">
                <a:srgbClr val="F9FBFD"/>
              </a:gs>
              <a:gs pos="100000">
                <a:srgbClr val="F8FAFC"/>
              </a:gs>
            </a:gsLst>
            <a:lin ang="5400000" scaled="0"/>
          </a:gradFill>
          <a:ln w="7620">
            <a:solidFill>
              <a:srgbClr val="BBCADB"/>
            </a:solidFill>
            <a:prstDash val="solid"/>
          </a:ln>
        </p:spPr>
      </p:sp>
      <p:sp>
        <p:nvSpPr>
          <p:cNvPr id="318" name="full-291"/>
          <p:cNvSpPr>
            <a:spLocks noGrp="1"/>
          </p:cNvSpPr>
          <p:nvPr/>
        </p:nvSpPr>
        <p:spPr>
          <a:xfrm>
            <a:off x="11410950" y="5476875"/>
            <a:ext cx="2905125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/>
            </a:defPPr>
            <a:lvl1pPr algn="ctr">
              <a:defRPr sz="1800"/>
            </a:lvl1pPr>
            <a:lvl2pPr algn="ctr"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  <a:lvl6pPr algn="ctr">
              <a:defRPr sz="1800"/>
            </a:lvl6pPr>
            <a:lvl7pPr algn="ctr">
              <a:defRPr sz="1800"/>
            </a:lvl7pPr>
            <a:lvl8pPr algn="ctr">
              <a:defRPr sz="1800"/>
            </a:lvl8pPr>
            <a:lvl9pPr algn="ctr">
              <a:defRPr sz="1800"/>
            </a:lvl9pPr>
          </a:lstStyle>
          <a:p>
            <a:pPr algn="ctr">
              <a:defRPr sz="1800"/>
            </a:pPr>
            <a:r>
              <a:rPr sz="1800" b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TAGCN 编码公式（K = 2）</a:t>
            </a:r>
            <a:endParaRPr sz="1800" b="1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9" name="full-292"/>
          <p:cNvSpPr>
            <a:spLocks noGrp="1"/>
          </p:cNvSpPr>
          <p:nvPr/>
        </p:nvSpPr>
        <p:spPr>
          <a:xfrm>
            <a:off x="11430000" y="5838825"/>
            <a:ext cx="2867025" cy="1076325"/>
          </a:xfrm>
          <a:prstGeom prst="roundRect">
            <a:avLst>
              <a:gd name="adj" fmla="val 10619"/>
            </a:avLst>
          </a:prstGeom>
          <a:gradFill rotWithShape="1">
            <a:gsLst>
              <a:gs pos="0">
                <a:srgbClr val="F6F9F2"/>
              </a:gs>
              <a:gs pos="100000">
                <a:srgbClr val="F4F7EF"/>
              </a:gs>
            </a:gsLst>
            <a:lin ang="5400000" scaled="0"/>
          </a:gradFill>
          <a:ln w="6668">
            <a:solidFill>
              <a:srgbClr val="C5D1BF"/>
            </a:solidFill>
            <a:prstDash val="solid"/>
          </a:ln>
        </p:spPr>
      </p:sp>
      <p:sp>
        <p:nvSpPr>
          <p:cNvPr id="320" name="full-293"/>
          <p:cNvSpPr>
            <a:spLocks noGrp="1"/>
          </p:cNvSpPr>
          <p:nvPr/>
        </p:nvSpPr>
        <p:spPr>
          <a:xfrm>
            <a:off x="11449050" y="6181725"/>
            <a:ext cx="12192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/>
            </a:defPPr>
            <a:lvl1pPr algn="ctr">
              <a:defRPr sz="1875"/>
            </a:lvl1pPr>
            <a:lvl2pPr algn="ctr">
              <a:defRPr sz="1875"/>
            </a:lvl2pPr>
            <a:lvl3pPr algn="ctr">
              <a:defRPr sz="1875"/>
            </a:lvl3pPr>
            <a:lvl4pPr algn="ctr">
              <a:defRPr sz="1875"/>
            </a:lvl4pPr>
            <a:lvl5pPr algn="ctr">
              <a:defRPr sz="1875"/>
            </a:lvl5pPr>
            <a:lvl6pPr algn="ctr">
              <a:defRPr sz="1875"/>
            </a:lvl6pPr>
            <a:lvl7pPr algn="ctr">
              <a:defRPr sz="1875"/>
            </a:lvl7pPr>
            <a:lvl8pPr algn="ctr">
              <a:defRPr sz="1875"/>
            </a:lvl8pPr>
            <a:lvl9pPr algn="ctr">
              <a:defRPr sz="1875"/>
            </a:lvl9pPr>
          </a:lstStyle>
          <a:p>
            <a:pPr algn="ctr">
              <a:defRPr sz="1875"/>
            </a:pPr>
            <a:r>
              <a:rPr sz="187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 = ReLU (</a:t>
            </a:r>
            <a:endParaRPr sz="187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1" name="full-294"/>
          <p:cNvSpPr>
            <a:spLocks noGrp="1"/>
          </p:cNvSpPr>
          <p:nvPr/>
        </p:nvSpPr>
        <p:spPr>
          <a:xfrm>
            <a:off x="12630150" y="6010275"/>
            <a:ext cx="438150" cy="542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750"/>
            </a:defPPr>
            <a:lvl1pPr algn="ctr">
              <a:defRPr sz="3750"/>
            </a:lvl1pPr>
            <a:lvl2pPr algn="ctr">
              <a:defRPr sz="3750"/>
            </a:lvl2pPr>
            <a:lvl3pPr algn="ctr">
              <a:defRPr sz="3750"/>
            </a:lvl3pPr>
            <a:lvl4pPr algn="ctr">
              <a:defRPr sz="3750"/>
            </a:lvl4pPr>
            <a:lvl5pPr algn="ctr">
              <a:defRPr sz="3750"/>
            </a:lvl5pPr>
            <a:lvl6pPr algn="ctr">
              <a:defRPr sz="3750"/>
            </a:lvl6pPr>
            <a:lvl7pPr algn="ctr">
              <a:defRPr sz="3750"/>
            </a:lvl7pPr>
            <a:lvl8pPr algn="ctr">
              <a:defRPr sz="3750"/>
            </a:lvl8pPr>
            <a:lvl9pPr algn="ctr">
              <a:defRPr sz="3750"/>
            </a:lvl9pPr>
          </a:lstStyle>
          <a:p>
            <a:pPr algn="ctr">
              <a:defRPr sz="3750"/>
            </a:pPr>
            <a:r>
              <a:rPr sz="37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∑</a:t>
            </a:r>
            <a:endParaRPr sz="37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2" name="full-295"/>
          <p:cNvSpPr>
            <a:spLocks noGrp="1"/>
          </p:cNvSpPr>
          <p:nvPr/>
        </p:nvSpPr>
        <p:spPr>
          <a:xfrm>
            <a:off x="12715875" y="5886450"/>
            <a:ext cx="238125" cy="228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50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3" name="full-296"/>
          <p:cNvSpPr>
            <a:spLocks noGrp="1"/>
          </p:cNvSpPr>
          <p:nvPr/>
        </p:nvSpPr>
        <p:spPr>
          <a:xfrm>
            <a:off x="12630150" y="6572250"/>
            <a:ext cx="43815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 = 0</a:t>
            </a:r>
            <a:endParaRPr sz="13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4" name="full-297"/>
          <p:cNvSpPr>
            <a:spLocks noGrp="1"/>
          </p:cNvSpPr>
          <p:nvPr/>
        </p:nvSpPr>
        <p:spPr>
          <a:xfrm>
            <a:off x="13087350" y="6191250"/>
            <a:ext cx="1228725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Âᵏ XWₖ + b )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5" name="full-298"/>
          <p:cNvSpPr>
            <a:spLocks noGrp="1"/>
          </p:cNvSpPr>
          <p:nvPr/>
        </p:nvSpPr>
        <p:spPr>
          <a:xfrm>
            <a:off x="14468475" y="5400675"/>
            <a:ext cx="2390775" cy="1609725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C3D2E3"/>
            </a:solidFill>
            <a:prstDash val="solid"/>
          </a:ln>
        </p:spPr>
      </p:sp>
      <p:sp>
        <p:nvSpPr>
          <p:cNvPr id="326" name="full-299"/>
          <p:cNvSpPr>
            <a:spLocks noGrp="1"/>
          </p:cNvSpPr>
          <p:nvPr/>
        </p:nvSpPr>
        <p:spPr>
          <a:xfrm>
            <a:off x="14516100" y="5486400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Â：归一化邻接矩阵</a:t>
            </a:r>
            <a:endParaRPr sz="150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7" name="full-300"/>
          <p:cNvSpPr>
            <a:spLocks noGrp="1"/>
          </p:cNvSpPr>
          <p:nvPr/>
        </p:nvSpPr>
        <p:spPr>
          <a:xfrm>
            <a:off x="14516100" y="5781675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X：节点特征矩阵（N×7）</a:t>
            </a:r>
            <a:endParaRPr sz="150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8" name="full-301"/>
          <p:cNvSpPr>
            <a:spLocks noGrp="1"/>
          </p:cNvSpPr>
          <p:nvPr/>
        </p:nvSpPr>
        <p:spPr>
          <a:xfrm>
            <a:off x="14516100" y="6076950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Wₖ：第 k 阶的可学习权重</a:t>
            </a:r>
            <a:endParaRPr sz="150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9" name="full-302"/>
          <p:cNvSpPr>
            <a:spLocks noGrp="1"/>
          </p:cNvSpPr>
          <p:nvPr/>
        </p:nvSpPr>
        <p:spPr>
          <a:xfrm>
            <a:off x="14516100" y="6372225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b：偏置项</a:t>
            </a:r>
            <a:endParaRPr sz="150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0" name="full-303"/>
          <p:cNvSpPr>
            <a:spLocks noGrp="1"/>
          </p:cNvSpPr>
          <p:nvPr/>
        </p:nvSpPr>
        <p:spPr>
          <a:xfrm>
            <a:off x="14516100" y="6667500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H：节点嵌入矩阵（N×d）</a:t>
            </a:r>
            <a:endParaRPr sz="150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1" name="full-304"/>
          <p:cNvSpPr>
            <a:spLocks noGrp="1"/>
          </p:cNvSpPr>
          <p:nvPr/>
        </p:nvSpPr>
        <p:spPr>
          <a:xfrm>
            <a:off x="11363325" y="7134225"/>
            <a:ext cx="5495925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7620">
            <a:solidFill>
              <a:srgbClr val="D4CCEC"/>
            </a:solidFill>
            <a:prstDash val="solid"/>
          </a:ln>
        </p:spPr>
      </p:sp>
      <p:sp>
        <p:nvSpPr>
          <p:cNvPr id="332" name="full-305"/>
          <p:cNvSpPr>
            <a:spLocks noGrp="1"/>
          </p:cNvSpPr>
          <p:nvPr/>
        </p:nvSpPr>
        <p:spPr>
          <a:xfrm>
            <a:off x="11363325" y="7134225"/>
            <a:ext cx="5495925" cy="381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EFE4"/>
              </a:gs>
              <a:gs pos="100000">
                <a:srgbClr val="FCEBDD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333" name="full-306"/>
          <p:cNvSpPr>
            <a:spLocks noGrp="1"/>
          </p:cNvSpPr>
          <p:nvPr/>
        </p:nvSpPr>
        <p:spPr>
          <a:xfrm>
            <a:off x="11430000" y="7172325"/>
            <a:ext cx="5362575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全局平均池化得到流级表示</a:t>
            </a:r>
            <a:endParaRPr sz="1950" b="1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34" name="full-307"/>
          <p:cNvSpPr>
            <a:spLocks noGrp="1"/>
          </p:cNvSpPr>
          <p:nvPr/>
        </p:nvSpPr>
        <p:spPr>
          <a:xfrm>
            <a:off x="11420475" y="7581900"/>
            <a:ext cx="27051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节点嵌入矩阵 H（d = 128）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5" name="full-308"/>
          <p:cNvSpPr>
            <a:spLocks noGrp="1"/>
          </p:cNvSpPr>
          <p:nvPr/>
        </p:nvSpPr>
        <p:spPr>
          <a:xfrm>
            <a:off x="11420475" y="796290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p₁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6" name="full-309"/>
          <p:cNvSpPr>
            <a:spLocks noGrp="1"/>
          </p:cNvSpPr>
          <p:nvPr/>
        </p:nvSpPr>
        <p:spPr>
          <a:xfrm>
            <a:off x="11830050" y="7972425"/>
            <a:ext cx="233363" cy="171450"/>
          </a:xfrm>
          <a:prstGeom prst="rect">
            <a:avLst/>
          </a:prstGeom>
          <a:solidFill>
            <a:srgbClr val="F4F0F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37" name="full-310"/>
          <p:cNvSpPr>
            <a:spLocks noGrp="1"/>
          </p:cNvSpPr>
          <p:nvPr/>
        </p:nvSpPr>
        <p:spPr>
          <a:xfrm>
            <a:off x="12063413" y="7972425"/>
            <a:ext cx="233363" cy="171450"/>
          </a:xfrm>
          <a:prstGeom prst="rect">
            <a:avLst/>
          </a:prstGeom>
          <a:solidFill>
            <a:srgbClr val="DDD6F1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38" name="full-311"/>
          <p:cNvSpPr>
            <a:spLocks noGrp="1"/>
          </p:cNvSpPr>
          <p:nvPr/>
        </p:nvSpPr>
        <p:spPr>
          <a:xfrm>
            <a:off x="12296775" y="7972425"/>
            <a:ext cx="233363" cy="171450"/>
          </a:xfrm>
          <a:prstGeom prst="rect">
            <a:avLst/>
          </a:prstGeom>
          <a:solidFill>
            <a:srgbClr val="C6BB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39" name="full-312"/>
          <p:cNvSpPr>
            <a:spLocks noGrp="1"/>
          </p:cNvSpPr>
          <p:nvPr/>
        </p:nvSpPr>
        <p:spPr>
          <a:xfrm>
            <a:off x="12530138" y="7972425"/>
            <a:ext cx="233363" cy="171450"/>
          </a:xfrm>
          <a:prstGeom prst="rect">
            <a:avLst/>
          </a:prstGeom>
          <a:solidFill>
            <a:srgbClr val="AFA1D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0" name="full-313"/>
          <p:cNvSpPr>
            <a:spLocks noGrp="1"/>
          </p:cNvSpPr>
          <p:nvPr/>
        </p:nvSpPr>
        <p:spPr>
          <a:xfrm>
            <a:off x="12763500" y="7972425"/>
            <a:ext cx="233363" cy="171450"/>
          </a:xfrm>
          <a:prstGeom prst="rect">
            <a:avLst/>
          </a:prstGeom>
          <a:solidFill>
            <a:srgbClr val="E6E0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1" name="full-314"/>
          <p:cNvSpPr>
            <a:spLocks noGrp="1"/>
          </p:cNvSpPr>
          <p:nvPr/>
        </p:nvSpPr>
        <p:spPr>
          <a:xfrm>
            <a:off x="12996863" y="7972425"/>
            <a:ext cx="233363" cy="171450"/>
          </a:xfrm>
          <a:prstGeom prst="rect">
            <a:avLst/>
          </a:prstGeom>
          <a:solidFill>
            <a:srgbClr val="CFC6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2" name="full-315"/>
          <p:cNvSpPr>
            <a:spLocks noGrp="1"/>
          </p:cNvSpPr>
          <p:nvPr/>
        </p:nvSpPr>
        <p:spPr>
          <a:xfrm>
            <a:off x="13230225" y="7972425"/>
            <a:ext cx="233363" cy="171450"/>
          </a:xfrm>
          <a:prstGeom prst="rect">
            <a:avLst/>
          </a:prstGeom>
          <a:solidFill>
            <a:srgbClr val="B8ACD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3" name="full-316"/>
          <p:cNvSpPr>
            <a:spLocks noGrp="1"/>
          </p:cNvSpPr>
          <p:nvPr/>
        </p:nvSpPr>
        <p:spPr>
          <a:xfrm>
            <a:off x="13463588" y="797242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4" name="full-317"/>
          <p:cNvSpPr>
            <a:spLocks noGrp="1"/>
          </p:cNvSpPr>
          <p:nvPr/>
        </p:nvSpPr>
        <p:spPr>
          <a:xfrm>
            <a:off x="13463588" y="793432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5" name="full-318"/>
          <p:cNvSpPr>
            <a:spLocks noGrp="1"/>
          </p:cNvSpPr>
          <p:nvPr/>
        </p:nvSpPr>
        <p:spPr>
          <a:xfrm>
            <a:off x="11420475" y="813435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p₂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6" name="full-319"/>
          <p:cNvSpPr>
            <a:spLocks noGrp="1"/>
          </p:cNvSpPr>
          <p:nvPr/>
        </p:nvSpPr>
        <p:spPr>
          <a:xfrm>
            <a:off x="11830050" y="8143875"/>
            <a:ext cx="233363" cy="171450"/>
          </a:xfrm>
          <a:prstGeom prst="rect">
            <a:avLst/>
          </a:prstGeom>
          <a:solidFill>
            <a:srgbClr val="D4CB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7" name="full-320"/>
          <p:cNvSpPr>
            <a:spLocks noGrp="1"/>
          </p:cNvSpPr>
          <p:nvPr/>
        </p:nvSpPr>
        <p:spPr>
          <a:xfrm>
            <a:off x="12063413" y="8143875"/>
            <a:ext cx="233363" cy="171450"/>
          </a:xfrm>
          <a:prstGeom prst="rect">
            <a:avLst/>
          </a:prstGeom>
          <a:solidFill>
            <a:srgbClr val="AFA1D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8" name="full-321"/>
          <p:cNvSpPr>
            <a:spLocks noGrp="1"/>
          </p:cNvSpPr>
          <p:nvPr/>
        </p:nvSpPr>
        <p:spPr>
          <a:xfrm>
            <a:off x="12296775" y="8143875"/>
            <a:ext cx="233363" cy="171450"/>
          </a:xfrm>
          <a:prstGeom prst="rect">
            <a:avLst/>
          </a:prstGeom>
          <a:solidFill>
            <a:srgbClr val="D8D0EE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9" name="full-322"/>
          <p:cNvSpPr>
            <a:spLocks noGrp="1"/>
          </p:cNvSpPr>
          <p:nvPr/>
        </p:nvSpPr>
        <p:spPr>
          <a:xfrm>
            <a:off x="12530138" y="8143875"/>
            <a:ext cx="233363" cy="171450"/>
          </a:xfrm>
          <a:prstGeom prst="rect">
            <a:avLst/>
          </a:prstGeom>
          <a:solidFill>
            <a:srgbClr val="B3A6D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0" name="full-323"/>
          <p:cNvSpPr>
            <a:spLocks noGrp="1"/>
          </p:cNvSpPr>
          <p:nvPr/>
        </p:nvSpPr>
        <p:spPr>
          <a:xfrm>
            <a:off x="12763500" y="8143875"/>
            <a:ext cx="233363" cy="171450"/>
          </a:xfrm>
          <a:prstGeom prst="rect">
            <a:avLst/>
          </a:prstGeom>
          <a:solidFill>
            <a:srgbClr val="DDD6F1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1" name="full-324"/>
          <p:cNvSpPr>
            <a:spLocks noGrp="1"/>
          </p:cNvSpPr>
          <p:nvPr/>
        </p:nvSpPr>
        <p:spPr>
          <a:xfrm>
            <a:off x="12996863" y="8143875"/>
            <a:ext cx="233363" cy="171450"/>
          </a:xfrm>
          <a:prstGeom prst="rect">
            <a:avLst/>
          </a:prstGeom>
          <a:solidFill>
            <a:srgbClr val="B8ACD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2" name="full-325"/>
          <p:cNvSpPr>
            <a:spLocks noGrp="1"/>
          </p:cNvSpPr>
          <p:nvPr/>
        </p:nvSpPr>
        <p:spPr>
          <a:xfrm>
            <a:off x="13230225" y="8143875"/>
            <a:ext cx="233363" cy="171450"/>
          </a:xfrm>
          <a:prstGeom prst="rect">
            <a:avLst/>
          </a:prstGeom>
          <a:solidFill>
            <a:srgbClr val="E1DBF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3" name="full-326"/>
          <p:cNvSpPr>
            <a:spLocks noGrp="1"/>
          </p:cNvSpPr>
          <p:nvPr/>
        </p:nvSpPr>
        <p:spPr>
          <a:xfrm>
            <a:off x="13463588" y="814387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4" name="full-327"/>
          <p:cNvSpPr>
            <a:spLocks noGrp="1"/>
          </p:cNvSpPr>
          <p:nvPr/>
        </p:nvSpPr>
        <p:spPr>
          <a:xfrm>
            <a:off x="13463588" y="810577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5" name="full-328"/>
          <p:cNvSpPr>
            <a:spLocks noGrp="1"/>
          </p:cNvSpPr>
          <p:nvPr/>
        </p:nvSpPr>
        <p:spPr>
          <a:xfrm>
            <a:off x="11420475" y="830580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p₃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6" name="full-329"/>
          <p:cNvSpPr>
            <a:spLocks noGrp="1"/>
          </p:cNvSpPr>
          <p:nvPr/>
        </p:nvSpPr>
        <p:spPr>
          <a:xfrm>
            <a:off x="11830050" y="8315325"/>
            <a:ext cx="233363" cy="171450"/>
          </a:xfrm>
          <a:prstGeom prst="rect">
            <a:avLst/>
          </a:prstGeom>
          <a:solidFill>
            <a:srgbClr val="B3A6D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7" name="full-330"/>
          <p:cNvSpPr>
            <a:spLocks noGrp="1"/>
          </p:cNvSpPr>
          <p:nvPr/>
        </p:nvSpPr>
        <p:spPr>
          <a:xfrm>
            <a:off x="12063413" y="8315325"/>
            <a:ext cx="233363" cy="171450"/>
          </a:xfrm>
          <a:prstGeom prst="rect">
            <a:avLst/>
          </a:prstGeom>
          <a:solidFill>
            <a:srgbClr val="CFC6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8" name="full-331"/>
          <p:cNvSpPr>
            <a:spLocks noGrp="1"/>
          </p:cNvSpPr>
          <p:nvPr/>
        </p:nvSpPr>
        <p:spPr>
          <a:xfrm>
            <a:off x="12296775" y="8315325"/>
            <a:ext cx="233363" cy="171450"/>
          </a:xfrm>
          <a:prstGeom prst="rect">
            <a:avLst/>
          </a:prstGeom>
          <a:solidFill>
            <a:srgbClr val="EBE5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9" name="full-332"/>
          <p:cNvSpPr>
            <a:spLocks noGrp="1"/>
          </p:cNvSpPr>
          <p:nvPr/>
        </p:nvSpPr>
        <p:spPr>
          <a:xfrm>
            <a:off x="12530138" y="8315325"/>
            <a:ext cx="233363" cy="171450"/>
          </a:xfrm>
          <a:prstGeom prst="rect">
            <a:avLst/>
          </a:prstGeom>
          <a:solidFill>
            <a:srgbClr val="B8ACD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0" name="full-333"/>
          <p:cNvSpPr>
            <a:spLocks noGrp="1"/>
          </p:cNvSpPr>
          <p:nvPr/>
        </p:nvSpPr>
        <p:spPr>
          <a:xfrm>
            <a:off x="12763500" y="8315325"/>
            <a:ext cx="233363" cy="171450"/>
          </a:xfrm>
          <a:prstGeom prst="rect">
            <a:avLst/>
          </a:prstGeom>
          <a:solidFill>
            <a:srgbClr val="D4CB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1" name="full-334"/>
          <p:cNvSpPr>
            <a:spLocks noGrp="1"/>
          </p:cNvSpPr>
          <p:nvPr/>
        </p:nvSpPr>
        <p:spPr>
          <a:xfrm>
            <a:off x="12996863" y="8315325"/>
            <a:ext cx="233363" cy="171450"/>
          </a:xfrm>
          <a:prstGeom prst="rect">
            <a:avLst/>
          </a:prstGeom>
          <a:solidFill>
            <a:srgbClr val="EFEB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2" name="full-335"/>
          <p:cNvSpPr>
            <a:spLocks noGrp="1"/>
          </p:cNvSpPr>
          <p:nvPr/>
        </p:nvSpPr>
        <p:spPr>
          <a:xfrm>
            <a:off x="13230225" y="8315325"/>
            <a:ext cx="233363" cy="171450"/>
          </a:xfrm>
          <a:prstGeom prst="rect">
            <a:avLst/>
          </a:prstGeom>
          <a:solidFill>
            <a:srgbClr val="BCB1E1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3" name="full-336"/>
          <p:cNvSpPr>
            <a:spLocks noGrp="1"/>
          </p:cNvSpPr>
          <p:nvPr/>
        </p:nvSpPr>
        <p:spPr>
          <a:xfrm>
            <a:off x="13463588" y="831532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4" name="full-337"/>
          <p:cNvSpPr>
            <a:spLocks noGrp="1"/>
          </p:cNvSpPr>
          <p:nvPr/>
        </p:nvSpPr>
        <p:spPr>
          <a:xfrm>
            <a:off x="13463588" y="827722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5" name="full-338"/>
          <p:cNvSpPr>
            <a:spLocks noGrp="1"/>
          </p:cNvSpPr>
          <p:nvPr/>
        </p:nvSpPr>
        <p:spPr>
          <a:xfrm>
            <a:off x="11420475" y="847725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p₄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6" name="full-339"/>
          <p:cNvSpPr>
            <a:spLocks noGrp="1"/>
          </p:cNvSpPr>
          <p:nvPr/>
        </p:nvSpPr>
        <p:spPr>
          <a:xfrm>
            <a:off x="11830050" y="8486775"/>
            <a:ext cx="233363" cy="171450"/>
          </a:xfrm>
          <a:prstGeom prst="rect">
            <a:avLst/>
          </a:prstGeom>
          <a:solidFill>
            <a:srgbClr val="E1DBF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7" name="full-340"/>
          <p:cNvSpPr>
            <a:spLocks noGrp="1"/>
          </p:cNvSpPr>
          <p:nvPr/>
        </p:nvSpPr>
        <p:spPr>
          <a:xfrm>
            <a:off x="12063413" y="8486775"/>
            <a:ext cx="233363" cy="171450"/>
          </a:xfrm>
          <a:prstGeom prst="rect">
            <a:avLst/>
          </a:prstGeom>
          <a:solidFill>
            <a:srgbClr val="EFEB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8" name="full-341"/>
          <p:cNvSpPr>
            <a:spLocks noGrp="1"/>
          </p:cNvSpPr>
          <p:nvPr/>
        </p:nvSpPr>
        <p:spPr>
          <a:xfrm>
            <a:off x="12296775" y="8486775"/>
            <a:ext cx="233363" cy="171450"/>
          </a:xfrm>
          <a:prstGeom prst="rect">
            <a:avLst/>
          </a:prstGeom>
          <a:solidFill>
            <a:srgbClr val="AFA1D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9" name="full-342"/>
          <p:cNvSpPr>
            <a:spLocks noGrp="1"/>
          </p:cNvSpPr>
          <p:nvPr/>
        </p:nvSpPr>
        <p:spPr>
          <a:xfrm>
            <a:off x="12530138" y="8486775"/>
            <a:ext cx="233363" cy="171450"/>
          </a:xfrm>
          <a:prstGeom prst="rect">
            <a:avLst/>
          </a:prstGeom>
          <a:solidFill>
            <a:srgbClr val="BCB1E1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0" name="full-343"/>
          <p:cNvSpPr>
            <a:spLocks noGrp="1"/>
          </p:cNvSpPr>
          <p:nvPr/>
        </p:nvSpPr>
        <p:spPr>
          <a:xfrm>
            <a:off x="12763500" y="8486775"/>
            <a:ext cx="233363" cy="171450"/>
          </a:xfrm>
          <a:prstGeom prst="rect">
            <a:avLst/>
          </a:prstGeom>
          <a:solidFill>
            <a:srgbClr val="CAC1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1" name="full-344"/>
          <p:cNvSpPr>
            <a:spLocks noGrp="1"/>
          </p:cNvSpPr>
          <p:nvPr/>
        </p:nvSpPr>
        <p:spPr>
          <a:xfrm>
            <a:off x="12996863" y="8486775"/>
            <a:ext cx="233363" cy="171450"/>
          </a:xfrm>
          <a:prstGeom prst="rect">
            <a:avLst/>
          </a:prstGeom>
          <a:solidFill>
            <a:srgbClr val="D8D0EE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2" name="full-345"/>
          <p:cNvSpPr>
            <a:spLocks noGrp="1"/>
          </p:cNvSpPr>
          <p:nvPr/>
        </p:nvSpPr>
        <p:spPr>
          <a:xfrm>
            <a:off x="13230225" y="8486775"/>
            <a:ext cx="233363" cy="171450"/>
          </a:xfrm>
          <a:prstGeom prst="rect">
            <a:avLst/>
          </a:prstGeom>
          <a:solidFill>
            <a:srgbClr val="E6E0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3" name="full-346"/>
          <p:cNvSpPr>
            <a:spLocks noGrp="1"/>
          </p:cNvSpPr>
          <p:nvPr/>
        </p:nvSpPr>
        <p:spPr>
          <a:xfrm>
            <a:off x="13463588" y="848677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4" name="full-347"/>
          <p:cNvSpPr>
            <a:spLocks noGrp="1"/>
          </p:cNvSpPr>
          <p:nvPr/>
        </p:nvSpPr>
        <p:spPr>
          <a:xfrm>
            <a:off x="13463588" y="844867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5" name="full-348"/>
          <p:cNvSpPr>
            <a:spLocks noGrp="1"/>
          </p:cNvSpPr>
          <p:nvPr/>
        </p:nvSpPr>
        <p:spPr>
          <a:xfrm>
            <a:off x="11420475" y="864870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p₅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6" name="full-349"/>
          <p:cNvSpPr>
            <a:spLocks noGrp="1"/>
          </p:cNvSpPr>
          <p:nvPr/>
        </p:nvSpPr>
        <p:spPr>
          <a:xfrm>
            <a:off x="11830050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7" name="full-350"/>
          <p:cNvSpPr>
            <a:spLocks noGrp="1"/>
          </p:cNvSpPr>
          <p:nvPr/>
        </p:nvSpPr>
        <p:spPr>
          <a:xfrm>
            <a:off x="12063413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8" name="full-351"/>
          <p:cNvSpPr>
            <a:spLocks noGrp="1"/>
          </p:cNvSpPr>
          <p:nvPr/>
        </p:nvSpPr>
        <p:spPr>
          <a:xfrm>
            <a:off x="12296775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9" name="full-352"/>
          <p:cNvSpPr>
            <a:spLocks noGrp="1"/>
          </p:cNvSpPr>
          <p:nvPr/>
        </p:nvSpPr>
        <p:spPr>
          <a:xfrm>
            <a:off x="12530138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0" name="full-353"/>
          <p:cNvSpPr>
            <a:spLocks noGrp="1"/>
          </p:cNvSpPr>
          <p:nvPr/>
        </p:nvSpPr>
        <p:spPr>
          <a:xfrm>
            <a:off x="12763500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1" name="full-354"/>
          <p:cNvSpPr>
            <a:spLocks noGrp="1"/>
          </p:cNvSpPr>
          <p:nvPr/>
        </p:nvSpPr>
        <p:spPr>
          <a:xfrm>
            <a:off x="12996863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2" name="full-355"/>
          <p:cNvSpPr>
            <a:spLocks noGrp="1"/>
          </p:cNvSpPr>
          <p:nvPr/>
        </p:nvSpPr>
        <p:spPr>
          <a:xfrm>
            <a:off x="13230225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3" name="full-356"/>
          <p:cNvSpPr>
            <a:spLocks noGrp="1"/>
          </p:cNvSpPr>
          <p:nvPr/>
        </p:nvSpPr>
        <p:spPr>
          <a:xfrm>
            <a:off x="13463588" y="865822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4" name="full-357"/>
          <p:cNvSpPr>
            <a:spLocks noGrp="1"/>
          </p:cNvSpPr>
          <p:nvPr/>
        </p:nvSpPr>
        <p:spPr>
          <a:xfrm>
            <a:off x="13463588" y="862012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5" name="full-358"/>
          <p:cNvSpPr>
            <a:spLocks noGrp="1"/>
          </p:cNvSpPr>
          <p:nvPr/>
        </p:nvSpPr>
        <p:spPr>
          <a:xfrm>
            <a:off x="11420475" y="882015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p₆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6" name="full-359"/>
          <p:cNvSpPr>
            <a:spLocks noGrp="1"/>
          </p:cNvSpPr>
          <p:nvPr/>
        </p:nvSpPr>
        <p:spPr>
          <a:xfrm>
            <a:off x="11830050" y="8829675"/>
            <a:ext cx="233363" cy="171450"/>
          </a:xfrm>
          <a:prstGeom prst="rect">
            <a:avLst/>
          </a:prstGeom>
          <a:solidFill>
            <a:srgbClr val="EFEB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7" name="full-360"/>
          <p:cNvSpPr>
            <a:spLocks noGrp="1"/>
          </p:cNvSpPr>
          <p:nvPr/>
        </p:nvSpPr>
        <p:spPr>
          <a:xfrm>
            <a:off x="12063413" y="8829675"/>
            <a:ext cx="233363" cy="171450"/>
          </a:xfrm>
          <a:prstGeom prst="rect">
            <a:avLst/>
          </a:prstGeom>
          <a:solidFill>
            <a:srgbClr val="E1DBF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8" name="full-361"/>
          <p:cNvSpPr>
            <a:spLocks noGrp="1"/>
          </p:cNvSpPr>
          <p:nvPr/>
        </p:nvSpPr>
        <p:spPr>
          <a:xfrm>
            <a:off x="12296775" y="8829675"/>
            <a:ext cx="233363" cy="171450"/>
          </a:xfrm>
          <a:prstGeom prst="rect">
            <a:avLst/>
          </a:prstGeom>
          <a:solidFill>
            <a:srgbClr val="D4CB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9" name="full-362"/>
          <p:cNvSpPr>
            <a:spLocks noGrp="1"/>
          </p:cNvSpPr>
          <p:nvPr/>
        </p:nvSpPr>
        <p:spPr>
          <a:xfrm>
            <a:off x="12530138" y="8829675"/>
            <a:ext cx="233363" cy="171450"/>
          </a:xfrm>
          <a:prstGeom prst="rect">
            <a:avLst/>
          </a:prstGeom>
          <a:solidFill>
            <a:srgbClr val="C6BB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0" name="full-363"/>
          <p:cNvSpPr>
            <a:spLocks noGrp="1"/>
          </p:cNvSpPr>
          <p:nvPr/>
        </p:nvSpPr>
        <p:spPr>
          <a:xfrm>
            <a:off x="12763500" y="8829675"/>
            <a:ext cx="233363" cy="171450"/>
          </a:xfrm>
          <a:prstGeom prst="rect">
            <a:avLst/>
          </a:prstGeom>
          <a:solidFill>
            <a:srgbClr val="B8ACD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1" name="full-364"/>
          <p:cNvSpPr>
            <a:spLocks noGrp="1"/>
          </p:cNvSpPr>
          <p:nvPr/>
        </p:nvSpPr>
        <p:spPr>
          <a:xfrm>
            <a:off x="12996863" y="8829675"/>
            <a:ext cx="233363" cy="171450"/>
          </a:xfrm>
          <a:prstGeom prst="rect">
            <a:avLst/>
          </a:prstGeom>
          <a:solidFill>
            <a:srgbClr val="AA9CD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2" name="full-365"/>
          <p:cNvSpPr>
            <a:spLocks noGrp="1"/>
          </p:cNvSpPr>
          <p:nvPr/>
        </p:nvSpPr>
        <p:spPr>
          <a:xfrm>
            <a:off x="13230225" y="8829675"/>
            <a:ext cx="233363" cy="171450"/>
          </a:xfrm>
          <a:prstGeom prst="rect">
            <a:avLst/>
          </a:prstGeom>
          <a:solidFill>
            <a:srgbClr val="EBE5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3" name="full-366"/>
          <p:cNvSpPr>
            <a:spLocks noGrp="1"/>
          </p:cNvSpPr>
          <p:nvPr/>
        </p:nvSpPr>
        <p:spPr>
          <a:xfrm>
            <a:off x="13463588" y="882967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4" name="full-367"/>
          <p:cNvSpPr>
            <a:spLocks noGrp="1"/>
          </p:cNvSpPr>
          <p:nvPr/>
        </p:nvSpPr>
        <p:spPr>
          <a:xfrm>
            <a:off x="13463588" y="879157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5" name="full-368"/>
          <p:cNvSpPr>
            <a:spLocks noGrp="1"/>
          </p:cNvSpPr>
          <p:nvPr/>
        </p:nvSpPr>
        <p:spPr>
          <a:xfrm>
            <a:off x="11420475" y="899160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p₇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full-369"/>
          <p:cNvSpPr>
            <a:spLocks noGrp="1"/>
          </p:cNvSpPr>
          <p:nvPr/>
        </p:nvSpPr>
        <p:spPr>
          <a:xfrm>
            <a:off x="11830050" y="9001125"/>
            <a:ext cx="233363" cy="171450"/>
          </a:xfrm>
          <a:prstGeom prst="rect">
            <a:avLst/>
          </a:prstGeom>
          <a:solidFill>
            <a:srgbClr val="CFC6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7" name="full-370"/>
          <p:cNvSpPr>
            <a:spLocks noGrp="1"/>
          </p:cNvSpPr>
          <p:nvPr/>
        </p:nvSpPr>
        <p:spPr>
          <a:xfrm>
            <a:off x="12063413" y="9001125"/>
            <a:ext cx="233363" cy="171450"/>
          </a:xfrm>
          <a:prstGeom prst="rect">
            <a:avLst/>
          </a:prstGeom>
          <a:solidFill>
            <a:srgbClr val="B3A6D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8" name="full-371"/>
          <p:cNvSpPr>
            <a:spLocks noGrp="1"/>
          </p:cNvSpPr>
          <p:nvPr/>
        </p:nvSpPr>
        <p:spPr>
          <a:xfrm>
            <a:off x="12296775" y="9001125"/>
            <a:ext cx="233363" cy="171450"/>
          </a:xfrm>
          <a:prstGeom prst="rect">
            <a:avLst/>
          </a:prstGeom>
          <a:solidFill>
            <a:srgbClr val="E6E0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9" name="full-372"/>
          <p:cNvSpPr>
            <a:spLocks noGrp="1"/>
          </p:cNvSpPr>
          <p:nvPr/>
        </p:nvSpPr>
        <p:spPr>
          <a:xfrm>
            <a:off x="12530138" y="9001125"/>
            <a:ext cx="233363" cy="171450"/>
          </a:xfrm>
          <a:prstGeom prst="rect">
            <a:avLst/>
          </a:prstGeom>
          <a:solidFill>
            <a:srgbClr val="CAC1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0" name="full-373"/>
          <p:cNvSpPr>
            <a:spLocks noGrp="1"/>
          </p:cNvSpPr>
          <p:nvPr/>
        </p:nvSpPr>
        <p:spPr>
          <a:xfrm>
            <a:off x="12763500" y="9001125"/>
            <a:ext cx="233363" cy="171450"/>
          </a:xfrm>
          <a:prstGeom prst="rect">
            <a:avLst/>
          </a:prstGeom>
          <a:solidFill>
            <a:srgbClr val="AFA1D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1" name="full-374"/>
          <p:cNvSpPr>
            <a:spLocks noGrp="1"/>
          </p:cNvSpPr>
          <p:nvPr/>
        </p:nvSpPr>
        <p:spPr>
          <a:xfrm>
            <a:off x="12996863" y="9001125"/>
            <a:ext cx="233363" cy="171450"/>
          </a:xfrm>
          <a:prstGeom prst="rect">
            <a:avLst/>
          </a:prstGeom>
          <a:solidFill>
            <a:srgbClr val="E1DBF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2" name="full-375"/>
          <p:cNvSpPr>
            <a:spLocks noGrp="1"/>
          </p:cNvSpPr>
          <p:nvPr/>
        </p:nvSpPr>
        <p:spPr>
          <a:xfrm>
            <a:off x="13230225" y="9001125"/>
            <a:ext cx="233363" cy="171450"/>
          </a:xfrm>
          <a:prstGeom prst="rect">
            <a:avLst/>
          </a:prstGeom>
          <a:solidFill>
            <a:srgbClr val="C6BB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3" name="full-376"/>
          <p:cNvSpPr>
            <a:spLocks noGrp="1"/>
          </p:cNvSpPr>
          <p:nvPr/>
        </p:nvSpPr>
        <p:spPr>
          <a:xfrm>
            <a:off x="13463588" y="900112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4" name="full-377"/>
          <p:cNvSpPr>
            <a:spLocks noGrp="1"/>
          </p:cNvSpPr>
          <p:nvPr/>
        </p:nvSpPr>
        <p:spPr>
          <a:xfrm>
            <a:off x="13463588" y="896302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05" name="full-378"/>
          <p:cNvSpPr>
            <a:spLocks noGrp="1"/>
          </p:cNvSpPr>
          <p:nvPr/>
        </p:nvSpPr>
        <p:spPr>
          <a:xfrm>
            <a:off x="13811250" y="8534400"/>
            <a:ext cx="342900" cy="0"/>
          </a:xfrm>
          <a:prstGeom prst="line">
            <a:avLst/>
          </a:prstGeom>
          <a:noFill/>
          <a:ln w="38100">
            <a:solidFill>
              <a:srgbClr val="4E91CB"/>
            </a:solidFill>
            <a:prstDash val="solid"/>
          </a:ln>
        </p:spPr>
      </p:sp>
      <p:sp>
        <p:nvSpPr>
          <p:cNvPr id="406" name="full-379"/>
          <p:cNvSpPr>
            <a:spLocks noGrp="1"/>
          </p:cNvSpPr>
          <p:nvPr/>
        </p:nvSpPr>
        <p:spPr>
          <a:xfrm rot="5400000">
            <a:off x="14144625" y="8477250"/>
            <a:ext cx="114300" cy="114300"/>
          </a:xfrm>
          <a:prstGeom prst="triangle">
            <a:avLst/>
          </a:prstGeom>
          <a:solidFill>
            <a:srgbClr val="4E91CB"/>
          </a:solidFill>
          <a:ln w="9525">
            <a:noFill/>
            <a:prstDash val="solid"/>
          </a:ln>
        </p:spPr>
      </p:sp>
      <p:sp>
        <p:nvSpPr>
          <p:cNvPr id="407" name="full-380"/>
          <p:cNvSpPr>
            <a:spLocks noGrp="1"/>
          </p:cNvSpPr>
          <p:nvPr/>
        </p:nvSpPr>
        <p:spPr>
          <a:xfrm>
            <a:off x="13706475" y="7981950"/>
            <a:ext cx="638175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/>
            </a:defPPr>
            <a:lvl1pPr algn="ctr">
              <a:defRPr sz="1200"/>
            </a:lvl1pPr>
            <a:lvl2pPr algn="ctr">
              <a:defRPr sz="1200"/>
            </a:lvl2pPr>
            <a:lvl3pPr algn="ctr">
              <a:defRPr sz="1200"/>
            </a:lvl3pPr>
            <a:lvl4pPr algn="ctr">
              <a:defRPr sz="1200"/>
            </a:lvl4pPr>
            <a:lvl5pPr algn="ctr">
              <a:defRPr sz="1200"/>
            </a:lvl5pPr>
            <a:lvl6pPr algn="ctr">
              <a:defRPr sz="1200"/>
            </a:lvl6pPr>
            <a:lvl7pPr algn="ctr">
              <a:defRPr sz="1200"/>
            </a:lvl7pPr>
            <a:lvl8pPr algn="ctr">
              <a:defRPr sz="1200"/>
            </a:lvl8pPr>
            <a:lvl9pPr algn="ctr">
              <a:defRPr sz="1200"/>
            </a:lvl9pPr>
          </a:lstStyle>
          <a:p>
            <a:pPr algn="ctr">
              <a:defRPr sz="1200"/>
            </a:pPr>
            <a:r>
              <a:rPr sz="120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全局</a:t>
            </a:r>
            <a:br>
              <a:rPr sz="1200" b="0">
                <a:solidFill>
                  <a:srgbClr val="182C49"/>
                </a:solidFill>
                <a:latin typeface="宋体"/>
                <a:ea typeface="宋体"/>
                <a:cs typeface="宋体"/>
              </a:rPr>
            </a:br>
            <a:r>
              <a:rPr sz="1200" b="0">
                <a:solidFill>
                  <a:srgbClr val="182C49"/>
                </a:solidFill>
                <a:latin typeface="宋体"/>
                <a:ea typeface="宋体"/>
                <a:cs typeface="宋体"/>
              </a:rPr>
              <a:t>平均池化</a:t>
            </a:r>
            <a:endParaRPr sz="1200" b="0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408" name="full-381"/>
          <p:cNvSpPr>
            <a:spLocks noGrp="1"/>
          </p:cNvSpPr>
          <p:nvPr/>
        </p:nvSpPr>
        <p:spPr>
          <a:xfrm>
            <a:off x="14316075" y="7581900"/>
            <a:ext cx="2438400" cy="17145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F5F3FB"/>
              </a:gs>
              <a:gs pos="100000">
                <a:srgbClr val="F3F0FA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409" name="full-382"/>
          <p:cNvSpPr>
            <a:spLocks noGrp="1"/>
          </p:cNvSpPr>
          <p:nvPr/>
        </p:nvSpPr>
        <p:spPr>
          <a:xfrm>
            <a:off x="14363700" y="7629525"/>
            <a:ext cx="23431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>
                <a:solidFill>
                  <a:srgbClr val="182C49"/>
                </a:solidFill>
                <a:latin typeface="宋体"/>
                <a:ea typeface="宋体"/>
                <a:cs typeface="宋体"/>
              </a:rPr>
              <a:t>流交互图特征</a:t>
            </a:r>
            <a:endParaRPr sz="1725" b="1">
              <a:solidFill>
                <a:srgbClr val="182C49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410" name="full-383"/>
          <p:cNvSpPr>
            <a:spLocks noGrp="1"/>
          </p:cNvSpPr>
          <p:nvPr/>
        </p:nvSpPr>
        <p:spPr>
          <a:xfrm>
            <a:off x="14354175" y="8020050"/>
            <a:ext cx="9144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/>
            </a:defPPr>
            <a:lvl1pPr algn="ctr">
              <a:defRPr sz="1875"/>
            </a:lvl1pPr>
            <a:lvl2pPr algn="ctr">
              <a:defRPr sz="1875"/>
            </a:lvl2pPr>
            <a:lvl3pPr algn="ctr">
              <a:defRPr sz="1875"/>
            </a:lvl3pPr>
            <a:lvl4pPr algn="ctr">
              <a:defRPr sz="1875"/>
            </a:lvl4pPr>
            <a:lvl5pPr algn="ctr">
              <a:defRPr sz="1875"/>
            </a:lvl5pPr>
            <a:lvl6pPr algn="ctr">
              <a:defRPr sz="1875"/>
            </a:lvl6pPr>
            <a:lvl7pPr algn="ctr">
              <a:defRPr sz="1875"/>
            </a:lvl7pPr>
            <a:lvl8pPr algn="ctr">
              <a:defRPr sz="1875"/>
            </a:lvl8pPr>
            <a:lvl9pPr algn="ctr">
              <a:defRPr sz="1875"/>
            </a:lvl9pPr>
          </a:lstStyle>
          <a:p>
            <a:pPr algn="ctr">
              <a:defRPr sz="1875"/>
            </a:pPr>
            <a:r>
              <a:rPr sz="187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</a:t>
            </a:r>
            <a:r>
              <a:rPr sz="1405" b="0" baseline="-2500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</a:t>
            </a:r>
            <a:r>
              <a:rPr sz="187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(x) =</a:t>
            </a:r>
            <a:endParaRPr sz="187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1" name="full-384"/>
          <p:cNvSpPr>
            <a:spLocks noGrp="1"/>
          </p:cNvSpPr>
          <p:nvPr/>
        </p:nvSpPr>
        <p:spPr>
          <a:xfrm>
            <a:off x="15316200" y="7915275"/>
            <a:ext cx="31432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2" name="full-385"/>
          <p:cNvSpPr>
            <a:spLocks noGrp="1"/>
          </p:cNvSpPr>
          <p:nvPr/>
        </p:nvSpPr>
        <p:spPr>
          <a:xfrm>
            <a:off x="15306675" y="8181975"/>
            <a:ext cx="352425" cy="0"/>
          </a:xfrm>
          <a:prstGeom prst="line">
            <a:avLst/>
          </a:prstGeom>
          <a:noFill/>
          <a:ln w="11430">
            <a:solidFill>
              <a:srgbClr val="182C49"/>
            </a:solidFill>
            <a:prstDash val="solid"/>
          </a:ln>
        </p:spPr>
      </p:sp>
      <p:sp>
        <p:nvSpPr>
          <p:cNvPr id="413" name="full-386"/>
          <p:cNvSpPr>
            <a:spLocks noGrp="1"/>
          </p:cNvSpPr>
          <p:nvPr/>
        </p:nvSpPr>
        <p:spPr>
          <a:xfrm>
            <a:off x="15287625" y="8201025"/>
            <a:ext cx="3810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|V|</a:t>
            </a:r>
            <a:endParaRPr sz="165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4" name="full-387"/>
          <p:cNvSpPr>
            <a:spLocks noGrp="1"/>
          </p:cNvSpPr>
          <p:nvPr/>
        </p:nvSpPr>
        <p:spPr>
          <a:xfrm>
            <a:off x="15697200" y="7943850"/>
            <a:ext cx="381000" cy="4476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225"/>
            </a:defPPr>
            <a:lvl1pPr algn="ctr">
              <a:defRPr sz="3225"/>
            </a:lvl1pPr>
            <a:lvl2pPr algn="ctr">
              <a:defRPr sz="3225"/>
            </a:lvl2pPr>
            <a:lvl3pPr algn="ctr">
              <a:defRPr sz="3225"/>
            </a:lvl3pPr>
            <a:lvl4pPr algn="ctr">
              <a:defRPr sz="3225"/>
            </a:lvl4pPr>
            <a:lvl5pPr algn="ctr">
              <a:defRPr sz="3225"/>
            </a:lvl5pPr>
            <a:lvl6pPr algn="ctr">
              <a:defRPr sz="3225"/>
            </a:lvl6pPr>
            <a:lvl7pPr algn="ctr">
              <a:defRPr sz="3225"/>
            </a:lvl7pPr>
            <a:lvl8pPr algn="ctr">
              <a:defRPr sz="3225"/>
            </a:lvl8pPr>
            <a:lvl9pPr algn="ctr">
              <a:defRPr sz="3225"/>
            </a:lvl9pPr>
          </a:lstStyle>
          <a:p>
            <a:pPr algn="ctr">
              <a:defRPr sz="3225"/>
            </a:pPr>
            <a:r>
              <a:rPr sz="32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∑</a:t>
            </a:r>
            <a:endParaRPr sz="32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5" name="full-388"/>
          <p:cNvSpPr>
            <a:spLocks noGrp="1"/>
          </p:cNvSpPr>
          <p:nvPr/>
        </p:nvSpPr>
        <p:spPr>
          <a:xfrm>
            <a:off x="15678150" y="8401050"/>
            <a:ext cx="428625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275"/>
            </a:defPPr>
            <a:lvl1pPr algn="ctr">
              <a:defRPr sz="1275"/>
            </a:lvl1pPr>
            <a:lvl2pPr algn="ctr">
              <a:defRPr sz="1275"/>
            </a:lvl2pPr>
            <a:lvl3pPr algn="ctr">
              <a:defRPr sz="1275"/>
            </a:lvl3pPr>
            <a:lvl4pPr algn="ctr">
              <a:defRPr sz="1275"/>
            </a:lvl4pPr>
            <a:lvl5pPr algn="ctr">
              <a:defRPr sz="1275"/>
            </a:lvl5pPr>
            <a:lvl6pPr algn="ctr">
              <a:defRPr sz="1275"/>
            </a:lvl6pPr>
            <a:lvl7pPr algn="ctr">
              <a:defRPr sz="1275"/>
            </a:lvl7pPr>
            <a:lvl8pPr algn="ctr">
              <a:defRPr sz="1275"/>
            </a:lvl8pPr>
            <a:lvl9pPr algn="ctr">
              <a:defRPr sz="1275"/>
            </a:lvl9pPr>
          </a:lstStyle>
          <a:p>
            <a:pPr algn="ctr">
              <a:defRPr sz="1275"/>
            </a:pPr>
            <a:r>
              <a:rPr sz="127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u∈V</a:t>
            </a:r>
            <a:endParaRPr sz="127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6" name="full-389"/>
          <p:cNvSpPr>
            <a:spLocks noGrp="1"/>
          </p:cNvSpPr>
          <p:nvPr/>
        </p:nvSpPr>
        <p:spPr>
          <a:xfrm>
            <a:off x="16106775" y="8048625"/>
            <a:ext cx="6286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H[u,:]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7" name="full-390"/>
          <p:cNvSpPr>
            <a:spLocks noGrp="1"/>
          </p:cNvSpPr>
          <p:nvPr/>
        </p:nvSpPr>
        <p:spPr>
          <a:xfrm>
            <a:off x="14411325" y="8734425"/>
            <a:ext cx="314325" cy="247650"/>
          </a:xfrm>
          <a:prstGeom prst="rect">
            <a:avLst/>
          </a:prstGeom>
          <a:solidFill>
            <a:srgbClr val="DAD2F0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18" name="full-391"/>
          <p:cNvSpPr>
            <a:spLocks noGrp="1"/>
          </p:cNvSpPr>
          <p:nvPr/>
        </p:nvSpPr>
        <p:spPr>
          <a:xfrm>
            <a:off x="14725650" y="8734425"/>
            <a:ext cx="314325" cy="247650"/>
          </a:xfrm>
          <a:prstGeom prst="rect">
            <a:avLst/>
          </a:prstGeom>
          <a:solidFill>
            <a:srgbClr val="CFC6EA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19" name="full-392"/>
          <p:cNvSpPr>
            <a:spLocks noGrp="1"/>
          </p:cNvSpPr>
          <p:nvPr/>
        </p:nvSpPr>
        <p:spPr>
          <a:xfrm>
            <a:off x="15039975" y="8734425"/>
            <a:ext cx="314325" cy="247650"/>
          </a:xfrm>
          <a:prstGeom prst="rect">
            <a:avLst/>
          </a:prstGeom>
          <a:solidFill>
            <a:srgbClr val="C4B9E5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0" name="full-393"/>
          <p:cNvSpPr>
            <a:spLocks noGrp="1"/>
          </p:cNvSpPr>
          <p:nvPr/>
        </p:nvSpPr>
        <p:spPr>
          <a:xfrm>
            <a:off x="15354300" y="8734425"/>
            <a:ext cx="314325" cy="247650"/>
          </a:xfrm>
          <a:prstGeom prst="rect">
            <a:avLst/>
          </a:prstGeom>
          <a:solidFill>
            <a:srgbClr val="B9ADDF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1" name="full-394"/>
          <p:cNvSpPr>
            <a:spLocks noGrp="1"/>
          </p:cNvSpPr>
          <p:nvPr/>
        </p:nvSpPr>
        <p:spPr>
          <a:xfrm>
            <a:off x="15354300" y="8696325"/>
            <a:ext cx="314325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/>
            </a:defPPr>
            <a:lvl1pPr algn="ctr">
              <a:defRPr sz="1800"/>
            </a:lvl1pPr>
            <a:lvl2pPr algn="ctr"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  <a:lvl6pPr algn="ctr">
              <a:defRPr sz="1800"/>
            </a:lvl6pPr>
            <a:lvl7pPr algn="ctr">
              <a:defRPr sz="1800"/>
            </a:lvl7pPr>
            <a:lvl8pPr algn="ctr">
              <a:defRPr sz="1800"/>
            </a:lvl8pPr>
            <a:lvl9pPr algn="ctr">
              <a:defRPr sz="1800"/>
            </a:lvl9pPr>
          </a:lstStyle>
          <a:p>
            <a:pPr algn="ctr">
              <a:defRPr sz="1800"/>
            </a:pPr>
            <a:r>
              <a:rPr sz="1800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</a:t>
            </a:r>
            <a:endParaRPr sz="1800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22" name="full-395"/>
          <p:cNvSpPr>
            <a:spLocks noGrp="1"/>
          </p:cNvSpPr>
          <p:nvPr/>
        </p:nvSpPr>
        <p:spPr>
          <a:xfrm>
            <a:off x="15668625" y="8734425"/>
            <a:ext cx="314325" cy="247650"/>
          </a:xfrm>
          <a:prstGeom prst="rect">
            <a:avLst/>
          </a:prstGeom>
          <a:solidFill>
            <a:srgbClr val="ADA1DA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3" name="full-396"/>
          <p:cNvSpPr>
            <a:spLocks noGrp="1"/>
          </p:cNvSpPr>
          <p:nvPr/>
        </p:nvSpPr>
        <p:spPr>
          <a:xfrm>
            <a:off x="15982950" y="8734425"/>
            <a:ext cx="314325" cy="247650"/>
          </a:xfrm>
          <a:prstGeom prst="rect">
            <a:avLst/>
          </a:prstGeom>
          <a:solidFill>
            <a:srgbClr val="A295D4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4" name="full-397"/>
          <p:cNvSpPr>
            <a:spLocks noGrp="1"/>
          </p:cNvSpPr>
          <p:nvPr/>
        </p:nvSpPr>
        <p:spPr>
          <a:xfrm>
            <a:off x="16297275" y="8734425"/>
            <a:ext cx="314325" cy="247650"/>
          </a:xfrm>
          <a:prstGeom prst="rect">
            <a:avLst/>
          </a:prstGeom>
          <a:solidFill>
            <a:srgbClr val="9788CF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5" name="full-398"/>
          <p:cNvSpPr>
            <a:spLocks noGrp="1"/>
          </p:cNvSpPr>
          <p:nvPr/>
        </p:nvSpPr>
        <p:spPr>
          <a:xfrm>
            <a:off x="14363700" y="9048750"/>
            <a:ext cx="23431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</a:t>
            </a:r>
            <a:r>
              <a:rPr sz="1295" b="0" baseline="-2500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</a:t>
            </a:r>
            <a:r>
              <a:rPr sz="1725" b="0">
                <a:solidFill>
                  <a:srgbClr val="182C4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(x) ∈ ℝ¹²⁸</a:t>
            </a:r>
            <a:endParaRPr sz="1725" b="0">
              <a:solidFill>
                <a:srgbClr val="182C4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26" name="full-399"/>
          <p:cNvSpPr>
            <a:spLocks noGrp="1"/>
          </p:cNvSpPr>
          <p:nvPr/>
        </p:nvSpPr>
        <p:spPr>
          <a:xfrm>
            <a:off x="6040255" y="4319587"/>
            <a:ext cx="477453" cy="752475"/>
          </a:xfrm>
          <a:prstGeom prst="rightArrow">
            <a:avLst/>
          </a:prstGeom>
          <a:solidFill>
            <a:srgbClr val="95B8CD"/>
          </a:solidFill>
          <a:ln w="9525">
            <a:noFill/>
            <a:prstDash val="solid"/>
          </a:ln>
        </p:spPr>
      </p:sp>
      <p:sp>
        <p:nvSpPr>
          <p:cNvPr id="431" name="矩形 430"/>
          <p:cNvSpPr/>
          <p:nvPr/>
        </p:nvSpPr>
        <p:spPr>
          <a:xfrm>
            <a:off x="342025" y="5158275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矩形 432"/>
          <p:cNvSpPr/>
          <p:nvPr/>
        </p:nvSpPr>
        <p:spPr>
          <a:xfrm>
            <a:off x="515133" y="5160995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矩形 434"/>
          <p:cNvSpPr/>
          <p:nvPr/>
        </p:nvSpPr>
        <p:spPr>
          <a:xfrm>
            <a:off x="690438" y="5158082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/>
          <p:cNvSpPr/>
          <p:nvPr/>
        </p:nvSpPr>
        <p:spPr>
          <a:xfrm>
            <a:off x="1107810" y="5158468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/>
          <p:cNvSpPr/>
          <p:nvPr/>
        </p:nvSpPr>
        <p:spPr>
          <a:xfrm>
            <a:off x="1280918" y="5161188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/>
          <p:cNvSpPr/>
          <p:nvPr/>
        </p:nvSpPr>
        <p:spPr>
          <a:xfrm>
            <a:off x="1459306" y="5158275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full-399"/>
          <p:cNvSpPr>
            <a:spLocks noGrp="1"/>
          </p:cNvSpPr>
          <p:nvPr/>
        </p:nvSpPr>
        <p:spPr>
          <a:xfrm>
            <a:off x="11106150" y="4319587"/>
            <a:ext cx="477453" cy="752475"/>
          </a:xfrm>
          <a:prstGeom prst="rightArrow">
            <a:avLst/>
          </a:prstGeom>
          <a:solidFill>
            <a:srgbClr val="95B8CD"/>
          </a:solidFill>
          <a:ln w="9525">
            <a:noFill/>
            <a:prstDash val="solid"/>
          </a:ln>
        </p:spPr>
      </p:sp>
      <p:sp>
        <p:nvSpPr>
          <p:cNvPr id="445" name="矩形 444"/>
          <p:cNvSpPr/>
          <p:nvPr/>
        </p:nvSpPr>
        <p:spPr>
          <a:xfrm>
            <a:off x="1853100" y="5158375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 446"/>
          <p:cNvSpPr/>
          <p:nvPr/>
        </p:nvSpPr>
        <p:spPr>
          <a:xfrm>
            <a:off x="2017639" y="5160349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矩形 448"/>
          <p:cNvSpPr/>
          <p:nvPr/>
        </p:nvSpPr>
        <p:spPr>
          <a:xfrm>
            <a:off x="2199294" y="5157436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full-56"/>
          <p:cNvSpPr>
            <a:spLocks noGrp="1"/>
          </p:cNvSpPr>
          <p:nvPr/>
        </p:nvSpPr>
        <p:spPr>
          <a:xfrm>
            <a:off x="3288607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453" name="full-57"/>
          <p:cNvSpPr>
            <a:spLocks noGrp="1"/>
          </p:cNvSpPr>
          <p:nvPr/>
        </p:nvSpPr>
        <p:spPr>
          <a:xfrm rot="5400000">
            <a:off x="3431082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455" name="full-59"/>
          <p:cNvSpPr>
            <a:spLocks noGrp="1"/>
          </p:cNvSpPr>
          <p:nvPr/>
        </p:nvSpPr>
        <p:spPr>
          <a:xfrm>
            <a:off x="4031856" y="5248275"/>
            <a:ext cx="23812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459" name="矩形 458"/>
          <p:cNvSpPr/>
          <p:nvPr/>
        </p:nvSpPr>
        <p:spPr>
          <a:xfrm>
            <a:off x="2745007" y="5158275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1" name="矩形 460"/>
          <p:cNvSpPr/>
          <p:nvPr/>
        </p:nvSpPr>
        <p:spPr>
          <a:xfrm>
            <a:off x="2918115" y="5160995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矩形 462"/>
          <p:cNvSpPr/>
          <p:nvPr/>
        </p:nvSpPr>
        <p:spPr>
          <a:xfrm>
            <a:off x="3099770" y="5158082"/>
            <a:ext cx="18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矩形 464"/>
          <p:cNvSpPr/>
          <p:nvPr/>
        </p:nvSpPr>
        <p:spPr>
          <a:xfrm>
            <a:off x="3539667" y="5158468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矩形 466"/>
          <p:cNvSpPr/>
          <p:nvPr/>
        </p:nvSpPr>
        <p:spPr>
          <a:xfrm>
            <a:off x="3712775" y="5161188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/>
          <p:cNvSpPr/>
          <p:nvPr/>
        </p:nvSpPr>
        <p:spPr>
          <a:xfrm>
            <a:off x="3891163" y="5158275"/>
            <a:ext cx="18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矩形 449"/>
          <p:cNvSpPr/>
          <p:nvPr/>
        </p:nvSpPr>
        <p:spPr>
          <a:xfrm>
            <a:off x="4380499" y="5157011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4" name="矩形 453"/>
          <p:cNvSpPr/>
          <p:nvPr/>
        </p:nvSpPr>
        <p:spPr>
          <a:xfrm>
            <a:off x="4563232" y="5152382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8" name="矩形 457"/>
          <p:cNvSpPr/>
          <p:nvPr/>
        </p:nvSpPr>
        <p:spPr>
          <a:xfrm>
            <a:off x="4744887" y="5156818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矩形 461"/>
          <p:cNvSpPr/>
          <p:nvPr/>
        </p:nvSpPr>
        <p:spPr>
          <a:xfrm>
            <a:off x="5200687" y="5157011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矩形 465"/>
          <p:cNvSpPr/>
          <p:nvPr/>
        </p:nvSpPr>
        <p:spPr>
          <a:xfrm>
            <a:off x="5373795" y="5153381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/>
          <p:cNvSpPr/>
          <p:nvPr/>
        </p:nvSpPr>
        <p:spPr>
          <a:xfrm>
            <a:off x="5555450" y="5156818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/>
          <p:cNvSpPr/>
          <p:nvPr/>
        </p:nvSpPr>
        <p:spPr>
          <a:xfrm>
            <a:off x="1223561" y="8102050"/>
            <a:ext cx="277027" cy="9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" name="矩形 455"/>
          <p:cNvSpPr/>
          <p:nvPr/>
        </p:nvSpPr>
        <p:spPr>
          <a:xfrm>
            <a:off x="1223560" y="8264610"/>
            <a:ext cx="468000" cy="9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0" name="矩形 459"/>
          <p:cNvSpPr/>
          <p:nvPr/>
        </p:nvSpPr>
        <p:spPr>
          <a:xfrm>
            <a:off x="1227922" y="8422090"/>
            <a:ext cx="360000" cy="9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full-103"/>
          <p:cNvSpPr>
            <a:spLocks noGrp="1"/>
          </p:cNvSpPr>
          <p:nvPr/>
        </p:nvSpPr>
        <p:spPr>
          <a:xfrm>
            <a:off x="1972477" y="8229600"/>
            <a:ext cx="123825" cy="123825"/>
          </a:xfrm>
          <a:prstGeom prst="ellipse">
            <a:avLst/>
          </a:prstGeom>
          <a:solidFill>
            <a:srgbClr val="5A9DDE"/>
          </a:solidFill>
          <a:ln w="7620">
            <a:solidFill>
              <a:srgbClr val="277CC6"/>
            </a:solidFill>
            <a:prstDash val="solid"/>
          </a:ln>
        </p:spPr>
      </p:sp>
      <p:sp>
        <p:nvSpPr>
          <p:cNvPr id="473" name="full-103"/>
          <p:cNvSpPr>
            <a:spLocks noGrp="1"/>
          </p:cNvSpPr>
          <p:nvPr/>
        </p:nvSpPr>
        <p:spPr>
          <a:xfrm>
            <a:off x="2362200" y="8224520"/>
            <a:ext cx="123825" cy="123825"/>
          </a:xfrm>
          <a:prstGeom prst="ellipse">
            <a:avLst/>
          </a:prstGeom>
          <a:solidFill>
            <a:srgbClr val="5A9DDE"/>
          </a:solidFill>
          <a:ln w="7620">
            <a:solidFill>
              <a:srgbClr val="277CC6"/>
            </a:solidFill>
            <a:prstDash val="solid"/>
          </a:ln>
        </p:spPr>
      </p:sp>
      <p:cxnSp>
        <p:nvCxnSpPr>
          <p:cNvPr id="475" name="直接连接符 474"/>
          <p:cNvCxnSpPr>
            <a:stCxn id="471" idx="6"/>
            <a:endCxn id="473" idx="2"/>
          </p:cNvCxnSpPr>
          <p:nvPr/>
        </p:nvCxnSpPr>
        <p:spPr>
          <a:xfrm flipV="1">
            <a:off x="2096302" y="8286433"/>
            <a:ext cx="265898" cy="50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直接连接符 476"/>
          <p:cNvCxnSpPr/>
          <p:nvPr/>
        </p:nvCxnSpPr>
        <p:spPr>
          <a:xfrm>
            <a:off x="2038517" y="8422640"/>
            <a:ext cx="0" cy="137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直接连接符 477"/>
          <p:cNvCxnSpPr/>
          <p:nvPr/>
        </p:nvCxnSpPr>
        <p:spPr>
          <a:xfrm>
            <a:off x="2435860" y="8417560"/>
            <a:ext cx="0" cy="137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直接箭头连接符 479"/>
          <p:cNvCxnSpPr/>
          <p:nvPr/>
        </p:nvCxnSpPr>
        <p:spPr>
          <a:xfrm>
            <a:off x="2037080" y="8488680"/>
            <a:ext cx="391795" cy="0"/>
          </a:xfrm>
          <a:prstGeom prst="straightConnector1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接连接符 483"/>
          <p:cNvCxnSpPr/>
          <p:nvPr/>
        </p:nvCxnSpPr>
        <p:spPr>
          <a:xfrm>
            <a:off x="5154125" y="8437880"/>
            <a:ext cx="418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5" name="矩形 484"/>
          <p:cNvSpPr/>
          <p:nvPr/>
        </p:nvSpPr>
        <p:spPr>
          <a:xfrm>
            <a:off x="5226515" y="8106410"/>
            <a:ext cx="114300" cy="3251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矩形 486"/>
          <p:cNvSpPr/>
          <p:nvPr/>
        </p:nvSpPr>
        <p:spPr>
          <a:xfrm>
            <a:off x="5389074" y="7953375"/>
            <a:ext cx="115200" cy="48323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8" name="直接连接符 487"/>
          <p:cNvCxnSpPr/>
          <p:nvPr/>
        </p:nvCxnSpPr>
        <p:spPr>
          <a:xfrm>
            <a:off x="4385811" y="8437880"/>
            <a:ext cx="418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矩形 488"/>
          <p:cNvSpPr/>
          <p:nvPr/>
        </p:nvSpPr>
        <p:spPr>
          <a:xfrm>
            <a:off x="4458201" y="7998460"/>
            <a:ext cx="1143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矩形 489"/>
          <p:cNvSpPr/>
          <p:nvPr/>
        </p:nvSpPr>
        <p:spPr>
          <a:xfrm>
            <a:off x="4620760" y="8220075"/>
            <a:ext cx="115200" cy="21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2" name="矩形 491"/>
          <p:cNvSpPr/>
          <p:nvPr/>
        </p:nvSpPr>
        <p:spPr>
          <a:xfrm>
            <a:off x="3147150" y="8221049"/>
            <a:ext cx="144000" cy="14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4" name="矩形 493"/>
          <p:cNvSpPr/>
          <p:nvPr/>
        </p:nvSpPr>
        <p:spPr>
          <a:xfrm>
            <a:off x="2742900" y="8221049"/>
            <a:ext cx="144000" cy="14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矩形 495"/>
          <p:cNvSpPr/>
          <p:nvPr/>
        </p:nvSpPr>
        <p:spPr>
          <a:xfrm>
            <a:off x="2949275" y="8221049"/>
            <a:ext cx="144000" cy="14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</Words>
  <Application>WPS 演示</Application>
  <PresentationFormat>自定义</PresentationFormat>
  <Paragraphs>352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宋体</vt:lpstr>
      <vt:lpstr>汉仪书宋二KW</vt:lpstr>
      <vt:lpstr>MS PGothic</vt:lpstr>
      <vt:lpstr>Arial Unicode MS</vt:lpstr>
      <vt:lpstr>宋体-简</vt:lpstr>
      <vt:lpstr>Aptos</vt:lpstr>
      <vt:lpstr>Helvetica Neue</vt:lpstr>
      <vt:lpstr>Geneva</vt:lpstr>
      <vt:lpstr>宋体</vt:lpstr>
      <vt:lpstr>Times New Roman Regular</vt:lpstr>
      <vt:lpstr>微软雅黑</vt:lpstr>
      <vt:lpstr>方正雅意黑 GB18030L2</vt:lpstr>
      <vt:lpstr>Calibri</vt:lpstr>
      <vt:lpstr>Times New Roman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亖傲骨寒俗。_</cp:lastModifiedBy>
  <cp:revision>12</cp:revision>
  <dcterms:created xsi:type="dcterms:W3CDTF">2026-10-22T02:44:36Z</dcterms:created>
  <dcterms:modified xsi:type="dcterms:W3CDTF">2026-10-22T02:44:36Z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1303A7DE268F8F62536FD96A5CE2D5A8_43</vt:lpwstr>
  </property>
  <property fmtid="{D5CDD505-2E9C-101B-9397-08002B2CF9AE}" pid="3" name="KSOProductBuildVer">
    <vt:lpwstr>2052-12.1.28496.28496</vt:lpwstr>
  </property>
</Properties>
</file>